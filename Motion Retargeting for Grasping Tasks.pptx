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28E863C6-828D-4C74-92F8-7577BFF49AAC}">
          <p14:sldIdLst>
            <p14:sldId id="256"/>
            <p14:sldId id="257"/>
            <p14:sldId id="258"/>
            <p14:sldId id="259"/>
            <p14:sldId id="267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62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511ACB-44A0-48C2-B9F3-BEA474299A4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DDEFE0C-F6E1-4C96-BC49-71258A019B5C}">
      <dgm:prSet/>
      <dgm:spPr/>
      <dgm:t>
        <a:bodyPr/>
        <a:lstStyle/>
        <a:p>
          <a:r>
            <a:rPr lang="en-US"/>
            <a:t>Robotic hands have many DoFs; difficult to control manually.</a:t>
          </a:r>
        </a:p>
      </dgm:t>
    </dgm:pt>
    <dgm:pt modelId="{FE287C06-5CDF-446B-AFDF-06546B3E9983}" type="parTrans" cxnId="{71B3C63B-9CC5-499D-8053-D84CA206D498}">
      <dgm:prSet/>
      <dgm:spPr/>
      <dgm:t>
        <a:bodyPr/>
        <a:lstStyle/>
        <a:p>
          <a:endParaRPr lang="en-US"/>
        </a:p>
      </dgm:t>
    </dgm:pt>
    <dgm:pt modelId="{F79A674A-A6BE-436D-93AE-DBBB74BAAF24}" type="sibTrans" cxnId="{71B3C63B-9CC5-499D-8053-D84CA206D498}">
      <dgm:prSet/>
      <dgm:spPr/>
      <dgm:t>
        <a:bodyPr/>
        <a:lstStyle/>
        <a:p>
          <a:endParaRPr lang="en-US"/>
        </a:p>
      </dgm:t>
    </dgm:pt>
    <dgm:pt modelId="{C1E61E19-4DE3-4B3C-8A4B-E6E0BA3FB966}">
      <dgm:prSet/>
      <dgm:spPr/>
      <dgm:t>
        <a:bodyPr/>
        <a:lstStyle/>
        <a:p>
          <a:r>
            <a:rPr lang="en-US"/>
            <a:t>Humans use </a:t>
          </a:r>
          <a:r>
            <a:rPr lang="en-US" b="1"/>
            <a:t>Postural Synergies</a:t>
          </a:r>
          <a:r>
            <a:rPr lang="en-US"/>
            <a:t> to simplify control.</a:t>
          </a:r>
        </a:p>
      </dgm:t>
    </dgm:pt>
    <dgm:pt modelId="{63669484-A9B2-41B2-8873-9F9D18EE49E5}" type="parTrans" cxnId="{397F536B-744C-4E75-BE60-738E42B1ACF2}">
      <dgm:prSet/>
      <dgm:spPr/>
      <dgm:t>
        <a:bodyPr/>
        <a:lstStyle/>
        <a:p>
          <a:endParaRPr lang="en-US"/>
        </a:p>
      </dgm:t>
    </dgm:pt>
    <dgm:pt modelId="{B2C92E15-BEBD-45A7-A768-45BF0990F6EA}" type="sibTrans" cxnId="{397F536B-744C-4E75-BE60-738E42B1ACF2}">
      <dgm:prSet/>
      <dgm:spPr/>
      <dgm:t>
        <a:bodyPr/>
        <a:lstStyle/>
        <a:p>
          <a:endParaRPr lang="en-US"/>
        </a:p>
      </dgm:t>
    </dgm:pt>
    <dgm:pt modelId="{6F517813-5DC5-4D9F-B97D-3020AAA78757}">
      <dgm:prSet/>
      <dgm:spPr/>
      <dgm:t>
        <a:bodyPr/>
        <a:lstStyle/>
        <a:p>
          <a:r>
            <a:rPr lang="en-US" b="1"/>
            <a:t>Objective:</a:t>
          </a:r>
          <a:r>
            <a:rPr lang="en-US"/>
            <a:t> Use human synergies to drive robots with different kinematics.</a:t>
          </a:r>
          <a:br>
            <a:rPr lang="en-US"/>
          </a:br>
          <a:endParaRPr lang="en-US"/>
        </a:p>
      </dgm:t>
    </dgm:pt>
    <dgm:pt modelId="{E526D7C5-5DCE-4DA3-87E6-2845B1A54EA2}" type="parTrans" cxnId="{ECD1AB5A-D411-46FD-AAC9-226CD05C39C0}">
      <dgm:prSet/>
      <dgm:spPr/>
      <dgm:t>
        <a:bodyPr/>
        <a:lstStyle/>
        <a:p>
          <a:endParaRPr lang="en-US"/>
        </a:p>
      </dgm:t>
    </dgm:pt>
    <dgm:pt modelId="{4EB52BD7-57A8-4B02-BDEC-2DEE63C6BE46}" type="sibTrans" cxnId="{ECD1AB5A-D411-46FD-AAC9-226CD05C39C0}">
      <dgm:prSet/>
      <dgm:spPr/>
      <dgm:t>
        <a:bodyPr/>
        <a:lstStyle/>
        <a:p>
          <a:endParaRPr lang="en-US"/>
        </a:p>
      </dgm:t>
    </dgm:pt>
    <dgm:pt modelId="{7DE73016-069E-404E-8E96-30FB2CC57F69}" type="pres">
      <dgm:prSet presAssocID="{82511ACB-44A0-48C2-B9F3-BEA474299A47}" presName="vert0" presStyleCnt="0">
        <dgm:presLayoutVars>
          <dgm:dir/>
          <dgm:animOne val="branch"/>
          <dgm:animLvl val="lvl"/>
        </dgm:presLayoutVars>
      </dgm:prSet>
      <dgm:spPr/>
    </dgm:pt>
    <dgm:pt modelId="{12ABC122-B150-4CF1-ABDC-2D3C775761B7}" type="pres">
      <dgm:prSet presAssocID="{CDDEFE0C-F6E1-4C96-BC49-71258A019B5C}" presName="thickLine" presStyleLbl="alignNode1" presStyleIdx="0" presStyleCnt="3"/>
      <dgm:spPr/>
    </dgm:pt>
    <dgm:pt modelId="{78982B0B-6166-45DC-AD8A-F4F510E8C055}" type="pres">
      <dgm:prSet presAssocID="{CDDEFE0C-F6E1-4C96-BC49-71258A019B5C}" presName="horz1" presStyleCnt="0"/>
      <dgm:spPr/>
    </dgm:pt>
    <dgm:pt modelId="{48BB1F98-186E-4FDB-97B7-7C813BC775D7}" type="pres">
      <dgm:prSet presAssocID="{CDDEFE0C-F6E1-4C96-BC49-71258A019B5C}" presName="tx1" presStyleLbl="revTx" presStyleIdx="0" presStyleCnt="3"/>
      <dgm:spPr/>
    </dgm:pt>
    <dgm:pt modelId="{947F1BCD-9606-4BC7-B8A3-B5831FBD17D6}" type="pres">
      <dgm:prSet presAssocID="{CDDEFE0C-F6E1-4C96-BC49-71258A019B5C}" presName="vert1" presStyleCnt="0"/>
      <dgm:spPr/>
    </dgm:pt>
    <dgm:pt modelId="{578E3FA1-BE50-470D-B925-FF4D16EA5431}" type="pres">
      <dgm:prSet presAssocID="{C1E61E19-4DE3-4B3C-8A4B-E6E0BA3FB966}" presName="thickLine" presStyleLbl="alignNode1" presStyleIdx="1" presStyleCnt="3"/>
      <dgm:spPr/>
    </dgm:pt>
    <dgm:pt modelId="{955053B2-646E-4894-BF1B-CC6948B32DD7}" type="pres">
      <dgm:prSet presAssocID="{C1E61E19-4DE3-4B3C-8A4B-E6E0BA3FB966}" presName="horz1" presStyleCnt="0"/>
      <dgm:spPr/>
    </dgm:pt>
    <dgm:pt modelId="{2E230301-6662-44A0-B028-AAA91C595FE0}" type="pres">
      <dgm:prSet presAssocID="{C1E61E19-4DE3-4B3C-8A4B-E6E0BA3FB966}" presName="tx1" presStyleLbl="revTx" presStyleIdx="1" presStyleCnt="3"/>
      <dgm:spPr/>
    </dgm:pt>
    <dgm:pt modelId="{83CF3A24-8D37-440D-9E47-950F39241459}" type="pres">
      <dgm:prSet presAssocID="{C1E61E19-4DE3-4B3C-8A4B-E6E0BA3FB966}" presName="vert1" presStyleCnt="0"/>
      <dgm:spPr/>
    </dgm:pt>
    <dgm:pt modelId="{4E3CD7F8-B657-4D3D-88BC-E75BE2A2BF52}" type="pres">
      <dgm:prSet presAssocID="{6F517813-5DC5-4D9F-B97D-3020AAA78757}" presName="thickLine" presStyleLbl="alignNode1" presStyleIdx="2" presStyleCnt="3"/>
      <dgm:spPr/>
    </dgm:pt>
    <dgm:pt modelId="{16DDC013-B534-43A3-9E86-6EDD3C4569E3}" type="pres">
      <dgm:prSet presAssocID="{6F517813-5DC5-4D9F-B97D-3020AAA78757}" presName="horz1" presStyleCnt="0"/>
      <dgm:spPr/>
    </dgm:pt>
    <dgm:pt modelId="{126F5D81-6254-4FBF-A688-963FB1ED8B33}" type="pres">
      <dgm:prSet presAssocID="{6F517813-5DC5-4D9F-B97D-3020AAA78757}" presName="tx1" presStyleLbl="revTx" presStyleIdx="2" presStyleCnt="3"/>
      <dgm:spPr/>
    </dgm:pt>
    <dgm:pt modelId="{E7EDEA90-92F5-4650-BF2F-7FEAF5685929}" type="pres">
      <dgm:prSet presAssocID="{6F517813-5DC5-4D9F-B97D-3020AAA78757}" presName="vert1" presStyleCnt="0"/>
      <dgm:spPr/>
    </dgm:pt>
  </dgm:ptLst>
  <dgm:cxnLst>
    <dgm:cxn modelId="{A60DBD17-16BC-436D-A1DA-48F1388FC3FB}" type="presOf" srcId="{C1E61E19-4DE3-4B3C-8A4B-E6E0BA3FB966}" destId="{2E230301-6662-44A0-B028-AAA91C595FE0}" srcOrd="0" destOrd="0" presId="urn:microsoft.com/office/officeart/2008/layout/LinedList"/>
    <dgm:cxn modelId="{71B3C63B-9CC5-499D-8053-D84CA206D498}" srcId="{82511ACB-44A0-48C2-B9F3-BEA474299A47}" destId="{CDDEFE0C-F6E1-4C96-BC49-71258A019B5C}" srcOrd="0" destOrd="0" parTransId="{FE287C06-5CDF-446B-AFDF-06546B3E9983}" sibTransId="{F79A674A-A6BE-436D-93AE-DBBB74BAAF24}"/>
    <dgm:cxn modelId="{397F536B-744C-4E75-BE60-738E42B1ACF2}" srcId="{82511ACB-44A0-48C2-B9F3-BEA474299A47}" destId="{C1E61E19-4DE3-4B3C-8A4B-E6E0BA3FB966}" srcOrd="1" destOrd="0" parTransId="{63669484-A9B2-41B2-8873-9F9D18EE49E5}" sibTransId="{B2C92E15-BEBD-45A7-A768-45BF0990F6EA}"/>
    <dgm:cxn modelId="{DF5E9974-FA7E-4285-908B-4A1656327F44}" type="presOf" srcId="{82511ACB-44A0-48C2-B9F3-BEA474299A47}" destId="{7DE73016-069E-404E-8E96-30FB2CC57F69}" srcOrd="0" destOrd="0" presId="urn:microsoft.com/office/officeart/2008/layout/LinedList"/>
    <dgm:cxn modelId="{ECD1AB5A-D411-46FD-AAC9-226CD05C39C0}" srcId="{82511ACB-44A0-48C2-B9F3-BEA474299A47}" destId="{6F517813-5DC5-4D9F-B97D-3020AAA78757}" srcOrd="2" destOrd="0" parTransId="{E526D7C5-5DCE-4DA3-87E6-2845B1A54EA2}" sibTransId="{4EB52BD7-57A8-4B02-BDEC-2DEE63C6BE46}"/>
    <dgm:cxn modelId="{D0EF9CC8-728A-4A76-B79A-316083437B99}" type="presOf" srcId="{6F517813-5DC5-4D9F-B97D-3020AAA78757}" destId="{126F5D81-6254-4FBF-A688-963FB1ED8B33}" srcOrd="0" destOrd="0" presId="urn:microsoft.com/office/officeart/2008/layout/LinedList"/>
    <dgm:cxn modelId="{C59DE9D5-364F-4D4B-95FB-EE6F4C5185E5}" type="presOf" srcId="{CDDEFE0C-F6E1-4C96-BC49-71258A019B5C}" destId="{48BB1F98-186E-4FDB-97B7-7C813BC775D7}" srcOrd="0" destOrd="0" presId="urn:microsoft.com/office/officeart/2008/layout/LinedList"/>
    <dgm:cxn modelId="{3B6469B9-BA18-4906-ADD2-A8396A2A4398}" type="presParOf" srcId="{7DE73016-069E-404E-8E96-30FB2CC57F69}" destId="{12ABC122-B150-4CF1-ABDC-2D3C775761B7}" srcOrd="0" destOrd="0" presId="urn:microsoft.com/office/officeart/2008/layout/LinedList"/>
    <dgm:cxn modelId="{04CADF0B-77FA-486F-B8CE-EFFCFB8BCC65}" type="presParOf" srcId="{7DE73016-069E-404E-8E96-30FB2CC57F69}" destId="{78982B0B-6166-45DC-AD8A-F4F510E8C055}" srcOrd="1" destOrd="0" presId="urn:microsoft.com/office/officeart/2008/layout/LinedList"/>
    <dgm:cxn modelId="{A17D7F3F-3FA5-4D61-A32E-A67494600A5E}" type="presParOf" srcId="{78982B0B-6166-45DC-AD8A-F4F510E8C055}" destId="{48BB1F98-186E-4FDB-97B7-7C813BC775D7}" srcOrd="0" destOrd="0" presId="urn:microsoft.com/office/officeart/2008/layout/LinedList"/>
    <dgm:cxn modelId="{18692EA1-95BD-437F-8596-31C92C9D1AC3}" type="presParOf" srcId="{78982B0B-6166-45DC-AD8A-F4F510E8C055}" destId="{947F1BCD-9606-4BC7-B8A3-B5831FBD17D6}" srcOrd="1" destOrd="0" presId="urn:microsoft.com/office/officeart/2008/layout/LinedList"/>
    <dgm:cxn modelId="{0C076A4C-23DC-4D91-ACE9-B0271FF43479}" type="presParOf" srcId="{7DE73016-069E-404E-8E96-30FB2CC57F69}" destId="{578E3FA1-BE50-470D-B925-FF4D16EA5431}" srcOrd="2" destOrd="0" presId="urn:microsoft.com/office/officeart/2008/layout/LinedList"/>
    <dgm:cxn modelId="{172E026D-4C8A-4AFA-BA6E-603A003E2BB9}" type="presParOf" srcId="{7DE73016-069E-404E-8E96-30FB2CC57F69}" destId="{955053B2-646E-4894-BF1B-CC6948B32DD7}" srcOrd="3" destOrd="0" presId="urn:microsoft.com/office/officeart/2008/layout/LinedList"/>
    <dgm:cxn modelId="{7C09F5B4-7679-4C90-9FA3-8B4213150D8C}" type="presParOf" srcId="{955053B2-646E-4894-BF1B-CC6948B32DD7}" destId="{2E230301-6662-44A0-B028-AAA91C595FE0}" srcOrd="0" destOrd="0" presId="urn:microsoft.com/office/officeart/2008/layout/LinedList"/>
    <dgm:cxn modelId="{216B9083-563C-4F4F-B9C6-29707BA8CA08}" type="presParOf" srcId="{955053B2-646E-4894-BF1B-CC6948B32DD7}" destId="{83CF3A24-8D37-440D-9E47-950F39241459}" srcOrd="1" destOrd="0" presId="urn:microsoft.com/office/officeart/2008/layout/LinedList"/>
    <dgm:cxn modelId="{8747A675-7412-4FDA-9748-03559EF3860D}" type="presParOf" srcId="{7DE73016-069E-404E-8E96-30FB2CC57F69}" destId="{4E3CD7F8-B657-4D3D-88BC-E75BE2A2BF52}" srcOrd="4" destOrd="0" presId="urn:microsoft.com/office/officeart/2008/layout/LinedList"/>
    <dgm:cxn modelId="{5359E996-FCC4-47BC-8967-1D89B72A6CE2}" type="presParOf" srcId="{7DE73016-069E-404E-8E96-30FB2CC57F69}" destId="{16DDC013-B534-43A3-9E86-6EDD3C4569E3}" srcOrd="5" destOrd="0" presId="urn:microsoft.com/office/officeart/2008/layout/LinedList"/>
    <dgm:cxn modelId="{36C8BA9D-0C14-493C-8CB7-C614996A97CB}" type="presParOf" srcId="{16DDC013-B534-43A3-9E86-6EDD3C4569E3}" destId="{126F5D81-6254-4FBF-A688-963FB1ED8B33}" srcOrd="0" destOrd="0" presId="urn:microsoft.com/office/officeart/2008/layout/LinedList"/>
    <dgm:cxn modelId="{4A9F4D40-7B90-4CC9-BD60-80908C60249F}" type="presParOf" srcId="{16DDC013-B534-43A3-9E86-6EDD3C4569E3}" destId="{E7EDEA90-92F5-4650-BF2F-7FEAF56859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31398E-7969-48CA-919C-1F74188CA43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ABEAF406-0BEC-41D9-8D74-E86A9AA191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Human vs. Robot hands are rarely identical.</a:t>
          </a:r>
        </a:p>
      </dgm:t>
    </dgm:pt>
    <dgm:pt modelId="{6CFAFB14-5FC8-4C08-AD32-4644D6B66ED2}" type="parTrans" cxnId="{202081D8-08EB-4B8F-8AB4-4446218F7C46}">
      <dgm:prSet/>
      <dgm:spPr/>
      <dgm:t>
        <a:bodyPr/>
        <a:lstStyle/>
        <a:p>
          <a:endParaRPr lang="en-US"/>
        </a:p>
      </dgm:t>
    </dgm:pt>
    <dgm:pt modelId="{AC78BB80-330C-48C6-87AB-74F6F5D1D904}" type="sibTrans" cxnId="{202081D8-08EB-4B8F-8AB4-4446218F7C46}">
      <dgm:prSet/>
      <dgm:spPr/>
      <dgm:t>
        <a:bodyPr/>
        <a:lstStyle/>
        <a:p>
          <a:endParaRPr lang="en-US"/>
        </a:p>
      </dgm:t>
    </dgm:pt>
    <dgm:pt modelId="{8D612F6F-A235-4F94-A80D-9C53C72235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Joint Mapping:</a:t>
          </a:r>
          <a:r>
            <a:rPr lang="en-US"/>
            <a:t> Fails on non-anthropomorphic robots.</a:t>
          </a:r>
        </a:p>
      </dgm:t>
    </dgm:pt>
    <dgm:pt modelId="{DA38DDB5-1423-409B-85A4-9ACADEFCC5D2}" type="parTrans" cxnId="{14B42B76-1BDE-46C7-983C-67C80994D7FF}">
      <dgm:prSet/>
      <dgm:spPr/>
      <dgm:t>
        <a:bodyPr/>
        <a:lstStyle/>
        <a:p>
          <a:endParaRPr lang="en-US"/>
        </a:p>
      </dgm:t>
    </dgm:pt>
    <dgm:pt modelId="{5DADF3AD-2A4C-4B9F-8795-B0B2F2FDB0B9}" type="sibTrans" cxnId="{14B42B76-1BDE-46C7-983C-67C80994D7FF}">
      <dgm:prSet/>
      <dgm:spPr/>
      <dgm:t>
        <a:bodyPr/>
        <a:lstStyle/>
        <a:p>
          <a:endParaRPr lang="en-US"/>
        </a:p>
      </dgm:t>
    </dgm:pt>
    <dgm:pt modelId="{5576D53A-8863-4D6F-9428-6CC04734BB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Fingertip Mapping:</a:t>
          </a:r>
          <a:r>
            <a:rPr lang="en-US"/>
            <a:t> Fails to respect internal joint limits/collisions.</a:t>
          </a:r>
        </a:p>
      </dgm:t>
    </dgm:pt>
    <dgm:pt modelId="{82EAFC4B-B2F6-4AE4-A233-CEA6BD8C28D5}" type="parTrans" cxnId="{A3554022-D1F9-4F9C-AAB8-8785000BB2EC}">
      <dgm:prSet/>
      <dgm:spPr/>
      <dgm:t>
        <a:bodyPr/>
        <a:lstStyle/>
        <a:p>
          <a:endParaRPr lang="en-US"/>
        </a:p>
      </dgm:t>
    </dgm:pt>
    <dgm:pt modelId="{1C9C9924-150B-4026-BDDD-5011FC334A4C}" type="sibTrans" cxnId="{A3554022-D1F9-4F9C-AAB8-8785000BB2EC}">
      <dgm:prSet/>
      <dgm:spPr/>
      <dgm:t>
        <a:bodyPr/>
        <a:lstStyle/>
        <a:p>
          <a:endParaRPr lang="en-US"/>
        </a:p>
      </dgm:t>
    </dgm:pt>
    <dgm:pt modelId="{68F71B9A-E804-4A93-8A54-7FBD63AD66CA}" type="pres">
      <dgm:prSet presAssocID="{8331398E-7969-48CA-919C-1F74188CA434}" presName="root" presStyleCnt="0">
        <dgm:presLayoutVars>
          <dgm:dir/>
          <dgm:resizeHandles val="exact"/>
        </dgm:presLayoutVars>
      </dgm:prSet>
      <dgm:spPr/>
    </dgm:pt>
    <dgm:pt modelId="{E6737BB9-29B2-44C0-A86E-468590926475}" type="pres">
      <dgm:prSet presAssocID="{ABEAF406-0BEC-41D9-8D74-E86A9AA19198}" presName="compNode" presStyleCnt="0"/>
      <dgm:spPr/>
    </dgm:pt>
    <dgm:pt modelId="{42B23EBC-3AEF-4A76-9B9A-67A080688607}" type="pres">
      <dgm:prSet presAssocID="{ABEAF406-0BEC-41D9-8D74-E86A9AA191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26D7270-8F52-4EDF-B33B-A31038B11E96}" type="pres">
      <dgm:prSet presAssocID="{ABEAF406-0BEC-41D9-8D74-E86A9AA19198}" presName="spaceRect" presStyleCnt="0"/>
      <dgm:spPr/>
    </dgm:pt>
    <dgm:pt modelId="{881ED40D-1FFB-4A5A-BEF7-080582CA91FA}" type="pres">
      <dgm:prSet presAssocID="{ABEAF406-0BEC-41D9-8D74-E86A9AA19198}" presName="textRect" presStyleLbl="revTx" presStyleIdx="0" presStyleCnt="3">
        <dgm:presLayoutVars>
          <dgm:chMax val="1"/>
          <dgm:chPref val="1"/>
        </dgm:presLayoutVars>
      </dgm:prSet>
      <dgm:spPr/>
    </dgm:pt>
    <dgm:pt modelId="{D26EEB05-B8AC-431A-A852-047BF39E84B5}" type="pres">
      <dgm:prSet presAssocID="{AC78BB80-330C-48C6-87AB-74F6F5D1D904}" presName="sibTrans" presStyleCnt="0"/>
      <dgm:spPr/>
    </dgm:pt>
    <dgm:pt modelId="{4CA59D8D-9857-4F9B-96B1-5A6F978AEE44}" type="pres">
      <dgm:prSet presAssocID="{8D612F6F-A235-4F94-A80D-9C53C72235B3}" presName="compNode" presStyleCnt="0"/>
      <dgm:spPr/>
    </dgm:pt>
    <dgm:pt modelId="{80096428-902F-4F46-8EE4-708269C190BD}" type="pres">
      <dgm:prSet presAssocID="{8D612F6F-A235-4F94-A80D-9C53C72235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F30CBD87-2ACC-4A13-BBAF-389D3455CD3F}" type="pres">
      <dgm:prSet presAssocID="{8D612F6F-A235-4F94-A80D-9C53C72235B3}" presName="spaceRect" presStyleCnt="0"/>
      <dgm:spPr/>
    </dgm:pt>
    <dgm:pt modelId="{1370FD44-A423-49A8-9432-175269085740}" type="pres">
      <dgm:prSet presAssocID="{8D612F6F-A235-4F94-A80D-9C53C72235B3}" presName="textRect" presStyleLbl="revTx" presStyleIdx="1" presStyleCnt="3">
        <dgm:presLayoutVars>
          <dgm:chMax val="1"/>
          <dgm:chPref val="1"/>
        </dgm:presLayoutVars>
      </dgm:prSet>
      <dgm:spPr/>
    </dgm:pt>
    <dgm:pt modelId="{AC5D5283-D700-4982-8B1D-0458DA9D9124}" type="pres">
      <dgm:prSet presAssocID="{5DADF3AD-2A4C-4B9F-8795-B0B2F2FDB0B9}" presName="sibTrans" presStyleCnt="0"/>
      <dgm:spPr/>
    </dgm:pt>
    <dgm:pt modelId="{875A435B-E667-4BF9-ACA0-4A48356BB7AD}" type="pres">
      <dgm:prSet presAssocID="{5576D53A-8863-4D6F-9428-6CC04734BBBD}" presName="compNode" presStyleCnt="0"/>
      <dgm:spPr/>
    </dgm:pt>
    <dgm:pt modelId="{2145DEB0-C20B-49C3-9A89-363308CBC8CE}" type="pres">
      <dgm:prSet presAssocID="{5576D53A-8863-4D6F-9428-6CC04734BBB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tecting Hand"/>
        </a:ext>
      </dgm:extLst>
    </dgm:pt>
    <dgm:pt modelId="{F7A6704A-2450-459C-B133-081A864DB032}" type="pres">
      <dgm:prSet presAssocID="{5576D53A-8863-4D6F-9428-6CC04734BBBD}" presName="spaceRect" presStyleCnt="0"/>
      <dgm:spPr/>
    </dgm:pt>
    <dgm:pt modelId="{D7A0944E-9139-43CC-AE26-06C99876BB2C}" type="pres">
      <dgm:prSet presAssocID="{5576D53A-8863-4D6F-9428-6CC04734BBB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3554022-D1F9-4F9C-AAB8-8785000BB2EC}" srcId="{8331398E-7969-48CA-919C-1F74188CA434}" destId="{5576D53A-8863-4D6F-9428-6CC04734BBBD}" srcOrd="2" destOrd="0" parTransId="{82EAFC4B-B2F6-4AE4-A233-CEA6BD8C28D5}" sibTransId="{1C9C9924-150B-4026-BDDD-5011FC334A4C}"/>
    <dgm:cxn modelId="{DA229728-4932-4E78-B5A0-A49BE9D9789F}" type="presOf" srcId="{ABEAF406-0BEC-41D9-8D74-E86A9AA19198}" destId="{881ED40D-1FFB-4A5A-BEF7-080582CA91FA}" srcOrd="0" destOrd="0" presId="urn:microsoft.com/office/officeart/2018/2/layout/IconLabelList"/>
    <dgm:cxn modelId="{3B94ED49-EF90-47AE-9997-F07F3B184DC8}" type="presOf" srcId="{8331398E-7969-48CA-919C-1F74188CA434}" destId="{68F71B9A-E804-4A93-8A54-7FBD63AD66CA}" srcOrd="0" destOrd="0" presId="urn:microsoft.com/office/officeart/2018/2/layout/IconLabelList"/>
    <dgm:cxn modelId="{14B42B76-1BDE-46C7-983C-67C80994D7FF}" srcId="{8331398E-7969-48CA-919C-1F74188CA434}" destId="{8D612F6F-A235-4F94-A80D-9C53C72235B3}" srcOrd="1" destOrd="0" parTransId="{DA38DDB5-1423-409B-85A4-9ACADEFCC5D2}" sibTransId="{5DADF3AD-2A4C-4B9F-8795-B0B2F2FDB0B9}"/>
    <dgm:cxn modelId="{00BF89CA-E4C0-428D-BD6E-60E7752D1675}" type="presOf" srcId="{8D612F6F-A235-4F94-A80D-9C53C72235B3}" destId="{1370FD44-A423-49A8-9432-175269085740}" srcOrd="0" destOrd="0" presId="urn:microsoft.com/office/officeart/2018/2/layout/IconLabelList"/>
    <dgm:cxn modelId="{DCBFD1D7-74FE-4C8A-A4F5-BA7E2CACD597}" type="presOf" srcId="{5576D53A-8863-4D6F-9428-6CC04734BBBD}" destId="{D7A0944E-9139-43CC-AE26-06C99876BB2C}" srcOrd="0" destOrd="0" presId="urn:microsoft.com/office/officeart/2018/2/layout/IconLabelList"/>
    <dgm:cxn modelId="{202081D8-08EB-4B8F-8AB4-4446218F7C46}" srcId="{8331398E-7969-48CA-919C-1F74188CA434}" destId="{ABEAF406-0BEC-41D9-8D74-E86A9AA19198}" srcOrd="0" destOrd="0" parTransId="{6CFAFB14-5FC8-4C08-AD32-4644D6B66ED2}" sibTransId="{AC78BB80-330C-48C6-87AB-74F6F5D1D904}"/>
    <dgm:cxn modelId="{BD47D96C-BDDE-462F-A9E5-C96893E5D658}" type="presParOf" srcId="{68F71B9A-E804-4A93-8A54-7FBD63AD66CA}" destId="{E6737BB9-29B2-44C0-A86E-468590926475}" srcOrd="0" destOrd="0" presId="urn:microsoft.com/office/officeart/2018/2/layout/IconLabelList"/>
    <dgm:cxn modelId="{124D4226-C788-45AB-BF23-52A30685B006}" type="presParOf" srcId="{E6737BB9-29B2-44C0-A86E-468590926475}" destId="{42B23EBC-3AEF-4A76-9B9A-67A080688607}" srcOrd="0" destOrd="0" presId="urn:microsoft.com/office/officeart/2018/2/layout/IconLabelList"/>
    <dgm:cxn modelId="{D2896714-8E6C-4E56-99C3-FDCD34DB369B}" type="presParOf" srcId="{E6737BB9-29B2-44C0-A86E-468590926475}" destId="{526D7270-8F52-4EDF-B33B-A31038B11E96}" srcOrd="1" destOrd="0" presId="urn:microsoft.com/office/officeart/2018/2/layout/IconLabelList"/>
    <dgm:cxn modelId="{409AE538-DBB3-44E9-A198-C865837FA69F}" type="presParOf" srcId="{E6737BB9-29B2-44C0-A86E-468590926475}" destId="{881ED40D-1FFB-4A5A-BEF7-080582CA91FA}" srcOrd="2" destOrd="0" presId="urn:microsoft.com/office/officeart/2018/2/layout/IconLabelList"/>
    <dgm:cxn modelId="{9F08F329-6A56-43B8-988B-6367242FEBD5}" type="presParOf" srcId="{68F71B9A-E804-4A93-8A54-7FBD63AD66CA}" destId="{D26EEB05-B8AC-431A-A852-047BF39E84B5}" srcOrd="1" destOrd="0" presId="urn:microsoft.com/office/officeart/2018/2/layout/IconLabelList"/>
    <dgm:cxn modelId="{A9701676-B67A-4F97-90C8-1F70704C5DA1}" type="presParOf" srcId="{68F71B9A-E804-4A93-8A54-7FBD63AD66CA}" destId="{4CA59D8D-9857-4F9B-96B1-5A6F978AEE44}" srcOrd="2" destOrd="0" presId="urn:microsoft.com/office/officeart/2018/2/layout/IconLabelList"/>
    <dgm:cxn modelId="{B811055D-4BEF-4427-B9DF-40485FC375D7}" type="presParOf" srcId="{4CA59D8D-9857-4F9B-96B1-5A6F978AEE44}" destId="{80096428-902F-4F46-8EE4-708269C190BD}" srcOrd="0" destOrd="0" presId="urn:microsoft.com/office/officeart/2018/2/layout/IconLabelList"/>
    <dgm:cxn modelId="{4EE77450-3F28-436A-A334-00C46DE59F82}" type="presParOf" srcId="{4CA59D8D-9857-4F9B-96B1-5A6F978AEE44}" destId="{F30CBD87-2ACC-4A13-BBAF-389D3455CD3F}" srcOrd="1" destOrd="0" presId="urn:microsoft.com/office/officeart/2018/2/layout/IconLabelList"/>
    <dgm:cxn modelId="{D3712BCA-2F35-4E4E-BFC6-1CC7E8028A58}" type="presParOf" srcId="{4CA59D8D-9857-4F9B-96B1-5A6F978AEE44}" destId="{1370FD44-A423-49A8-9432-175269085740}" srcOrd="2" destOrd="0" presId="urn:microsoft.com/office/officeart/2018/2/layout/IconLabelList"/>
    <dgm:cxn modelId="{F11CC15E-D75C-43BC-AE13-912131627DFA}" type="presParOf" srcId="{68F71B9A-E804-4A93-8A54-7FBD63AD66CA}" destId="{AC5D5283-D700-4982-8B1D-0458DA9D9124}" srcOrd="3" destOrd="0" presId="urn:microsoft.com/office/officeart/2018/2/layout/IconLabelList"/>
    <dgm:cxn modelId="{13569504-37FF-4BD3-8BF1-8F8D7069C8A7}" type="presParOf" srcId="{68F71B9A-E804-4A93-8A54-7FBD63AD66CA}" destId="{875A435B-E667-4BF9-ACA0-4A48356BB7AD}" srcOrd="4" destOrd="0" presId="urn:microsoft.com/office/officeart/2018/2/layout/IconLabelList"/>
    <dgm:cxn modelId="{352B8B0B-6A8B-4536-BB78-8B7EE54518D8}" type="presParOf" srcId="{875A435B-E667-4BF9-ACA0-4A48356BB7AD}" destId="{2145DEB0-C20B-49C3-9A89-363308CBC8CE}" srcOrd="0" destOrd="0" presId="urn:microsoft.com/office/officeart/2018/2/layout/IconLabelList"/>
    <dgm:cxn modelId="{BB81B28A-A773-4F4F-8A00-9A1810A25F66}" type="presParOf" srcId="{875A435B-E667-4BF9-ACA0-4A48356BB7AD}" destId="{F7A6704A-2450-459C-B133-081A864DB032}" srcOrd="1" destOrd="0" presId="urn:microsoft.com/office/officeart/2018/2/layout/IconLabelList"/>
    <dgm:cxn modelId="{5421A9BA-310E-477E-986A-8E84E2F8EA36}" type="presParOf" srcId="{875A435B-E667-4BF9-ACA0-4A48356BB7AD}" destId="{D7A0944E-9139-43CC-AE26-06C99876BB2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937D62-1D5B-4021-8E4E-6831691E6C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it-IT"/>
        </a:p>
      </dgm:t>
    </dgm:pt>
    <dgm:pt modelId="{1D5DED7D-9E6A-4AF3-8DF2-30E194430AC3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 b="0" i="0" dirty="0"/>
            <a:t>Acquisition</a:t>
          </a:r>
          <a:endParaRPr lang="it-IT" dirty="0"/>
        </a:p>
      </dgm:t>
    </dgm:pt>
    <dgm:pt modelId="{0B7832CE-21F4-4698-9DC0-AF721F61AA67}" type="parTrans" cxnId="{DA139A5A-A4BB-44B6-AE1D-8491DAD9458A}">
      <dgm:prSet/>
      <dgm:spPr/>
      <dgm:t>
        <a:bodyPr/>
        <a:lstStyle/>
        <a:p>
          <a:endParaRPr lang="it-IT"/>
        </a:p>
      </dgm:t>
    </dgm:pt>
    <dgm:pt modelId="{C9C9E2D9-C34C-4D44-A839-F18D811D3E92}" type="sibTrans" cxnId="{DA139A5A-A4BB-44B6-AE1D-8491DAD9458A}">
      <dgm:prSet/>
      <dgm:spPr/>
      <dgm:t>
        <a:bodyPr/>
        <a:lstStyle/>
        <a:p>
          <a:endParaRPr lang="it-IT"/>
        </a:p>
      </dgm:t>
    </dgm:pt>
    <dgm:pt modelId="{1B247583-3F8A-496F-9031-38BE634E86BE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The Weart TouchDIVER G1 haptic </a:t>
          </a:r>
          <a:r>
            <a:rPr lang="it-IT" dirty="0" err="1"/>
            <a:t>glove</a:t>
          </a:r>
          <a:r>
            <a:rPr lang="it-IT" dirty="0"/>
            <a:t> </a:t>
          </a:r>
          <a:r>
            <a:rPr lang="it-IT" dirty="0" err="1"/>
            <a:t>captures</a:t>
          </a:r>
          <a:r>
            <a:rPr lang="it-IT" dirty="0"/>
            <a:t> </a:t>
          </a:r>
          <a:r>
            <a:rPr lang="it-IT" dirty="0" err="1"/>
            <a:t>sensor</a:t>
          </a:r>
          <a:r>
            <a:rPr lang="it-IT" dirty="0"/>
            <a:t> data.</a:t>
          </a:r>
        </a:p>
      </dgm:t>
    </dgm:pt>
    <dgm:pt modelId="{C6E6F112-D18D-4694-9DFF-90DD561E5FE6}" type="parTrans" cxnId="{E4D4BA57-6250-4CFD-ACC7-787EFCCFD233}">
      <dgm:prSet/>
      <dgm:spPr/>
      <dgm:t>
        <a:bodyPr/>
        <a:lstStyle/>
        <a:p>
          <a:endParaRPr lang="it-IT"/>
        </a:p>
      </dgm:t>
    </dgm:pt>
    <dgm:pt modelId="{BCA7C705-B05D-44B7-8C85-EA6FE98C3C61}" type="sibTrans" cxnId="{E4D4BA57-6250-4CFD-ACC7-787EFCCFD233}">
      <dgm:prSet/>
      <dgm:spPr/>
      <dgm:t>
        <a:bodyPr/>
        <a:lstStyle/>
        <a:p>
          <a:endParaRPr lang="it-IT"/>
        </a:p>
      </dgm:t>
    </dgm:pt>
    <dgm:pt modelId="{A1599513-AE27-4CDC-A1EF-9E59506214D6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Reconstruction</a:t>
          </a:r>
        </a:p>
      </dgm:t>
    </dgm:pt>
    <dgm:pt modelId="{79E2FB67-4D1D-498B-B488-309C9BC004FE}" type="parTrans" cxnId="{095C4057-1675-4242-A650-A322F308E3C7}">
      <dgm:prSet/>
      <dgm:spPr/>
      <dgm:t>
        <a:bodyPr/>
        <a:lstStyle/>
        <a:p>
          <a:endParaRPr lang="it-IT"/>
        </a:p>
      </dgm:t>
    </dgm:pt>
    <dgm:pt modelId="{66FFDF4A-5FF5-4D7E-96DC-A25BA9B812D9}" type="sibTrans" cxnId="{095C4057-1675-4242-A650-A322F308E3C7}">
      <dgm:prSet/>
      <dgm:spPr/>
      <dgm:t>
        <a:bodyPr/>
        <a:lstStyle/>
        <a:p>
          <a:endParaRPr lang="it-IT"/>
        </a:p>
      </dgm:t>
    </dgm:pt>
    <dgm:pt modelId="{5A20C633-36DA-4395-9812-F5B4C9F1267E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The server processes the glove inputs using a neural network to reconstruct the full pose of the virtual human hand in Unity.</a:t>
          </a:r>
        </a:p>
      </dgm:t>
    </dgm:pt>
    <dgm:pt modelId="{5B740C0A-114A-4E18-92EC-778C4FF949BE}" type="parTrans" cxnId="{EAAFD84F-DE40-4D1E-AAA9-E0EA44C23F4D}">
      <dgm:prSet/>
      <dgm:spPr/>
      <dgm:t>
        <a:bodyPr/>
        <a:lstStyle/>
        <a:p>
          <a:endParaRPr lang="it-IT"/>
        </a:p>
      </dgm:t>
    </dgm:pt>
    <dgm:pt modelId="{4C4EABDB-86B8-43D7-935A-768068139D9B}" type="sibTrans" cxnId="{EAAFD84F-DE40-4D1E-AAA9-E0EA44C23F4D}">
      <dgm:prSet/>
      <dgm:spPr/>
      <dgm:t>
        <a:bodyPr/>
        <a:lstStyle/>
        <a:p>
          <a:endParaRPr lang="it-IT"/>
        </a:p>
      </dgm:t>
    </dgm:pt>
    <dgm:pt modelId="{E961D8F2-06BA-4A17-8DA0-0B3DAE829B31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Transmission</a:t>
          </a:r>
        </a:p>
      </dgm:t>
    </dgm:pt>
    <dgm:pt modelId="{F8E2D95D-6EDC-4BD4-B31D-870D6003CD7C}" type="parTrans" cxnId="{B3FA53D6-C6D5-4CF5-A5DB-64AE44C31D2B}">
      <dgm:prSet/>
      <dgm:spPr/>
      <dgm:t>
        <a:bodyPr/>
        <a:lstStyle/>
        <a:p>
          <a:endParaRPr lang="it-IT"/>
        </a:p>
      </dgm:t>
    </dgm:pt>
    <dgm:pt modelId="{AB765BF8-5EE3-425E-B558-488F9C9B00AF}" type="sibTrans" cxnId="{B3FA53D6-C6D5-4CF5-A5DB-64AE44C31D2B}">
      <dgm:prSet/>
      <dgm:spPr/>
      <dgm:t>
        <a:bodyPr/>
        <a:lstStyle/>
        <a:p>
          <a:endParaRPr lang="it-IT"/>
        </a:p>
      </dgm:t>
    </dgm:pt>
    <dgm:pt modelId="{3B97ECBA-1488-4C50-A416-F4A66A7A2B3E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The reconstructed joint angles are sent to the Unity simulation in realt-time.</a:t>
          </a:r>
        </a:p>
      </dgm:t>
    </dgm:pt>
    <dgm:pt modelId="{C2D385BA-D170-45A6-9BD4-253D02A29D21}" type="parTrans" cxnId="{57F02016-CD24-4EAE-A7E8-541533E2BEAC}">
      <dgm:prSet/>
      <dgm:spPr/>
      <dgm:t>
        <a:bodyPr/>
        <a:lstStyle/>
        <a:p>
          <a:endParaRPr lang="it-IT"/>
        </a:p>
      </dgm:t>
    </dgm:pt>
    <dgm:pt modelId="{ED0BCFA9-06E1-48D4-9A8D-DB1B9A1EABB1}" type="sibTrans" cxnId="{57F02016-CD24-4EAE-A7E8-541533E2BEAC}">
      <dgm:prSet/>
      <dgm:spPr/>
      <dgm:t>
        <a:bodyPr/>
        <a:lstStyle/>
        <a:p>
          <a:endParaRPr lang="it-IT"/>
        </a:p>
      </dgm:t>
    </dgm:pt>
    <dgm:pt modelId="{FEA354E5-CD55-40B3-BBA8-7B17CB32BD65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Retargeting</a:t>
          </a:r>
        </a:p>
      </dgm:t>
    </dgm:pt>
    <dgm:pt modelId="{04EA7268-D705-4EAD-A2EE-43A3E9EAC78D}" type="parTrans" cxnId="{CF37DD1A-15E3-4CF9-86EB-340718492881}">
      <dgm:prSet/>
      <dgm:spPr/>
      <dgm:t>
        <a:bodyPr/>
        <a:lstStyle/>
        <a:p>
          <a:endParaRPr lang="it-IT"/>
        </a:p>
      </dgm:t>
    </dgm:pt>
    <dgm:pt modelId="{F9A5C144-D281-4CB4-9F0C-A29AE6041C73}" type="sibTrans" cxnId="{CF37DD1A-15E3-4CF9-86EB-340718492881}">
      <dgm:prSet/>
      <dgm:spPr/>
      <dgm:t>
        <a:bodyPr/>
        <a:lstStyle/>
        <a:p>
          <a:endParaRPr lang="it-IT"/>
        </a:p>
      </dgm:t>
    </dgm:pt>
    <dgm:pt modelId="{1D782D9B-323A-43FE-BCA6-C5BBE2FED2C5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Actuation</a:t>
          </a:r>
        </a:p>
      </dgm:t>
    </dgm:pt>
    <dgm:pt modelId="{E7EAD8EC-046F-4FB1-94AA-A89895C97921}" type="parTrans" cxnId="{26E16E02-4A06-41FC-BFB6-E5EDF7AE48CE}">
      <dgm:prSet/>
      <dgm:spPr/>
      <dgm:t>
        <a:bodyPr/>
        <a:lstStyle/>
        <a:p>
          <a:endParaRPr lang="it-IT"/>
        </a:p>
      </dgm:t>
    </dgm:pt>
    <dgm:pt modelId="{3911A6F3-A516-4363-AB43-65D1EB84818D}" type="sibTrans" cxnId="{26E16E02-4A06-41FC-BFB6-E5EDF7AE48CE}">
      <dgm:prSet/>
      <dgm:spPr/>
      <dgm:t>
        <a:bodyPr/>
        <a:lstStyle/>
        <a:p>
          <a:endParaRPr lang="it-IT"/>
        </a:p>
      </dgm:t>
    </dgm:pt>
    <dgm:pt modelId="{CF3FA1C8-F6BD-4166-9834-CEAC7B6DC39B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The resulting joint velocities are integrated to update the visual pose of the robotic hand in the simulation.</a:t>
          </a:r>
        </a:p>
      </dgm:t>
    </dgm:pt>
    <dgm:pt modelId="{11879B11-6F21-4A05-BCB9-B4D236617E5B}" type="parTrans" cxnId="{82749379-72FC-403F-ADEC-C63E0BE29062}">
      <dgm:prSet/>
      <dgm:spPr/>
      <dgm:t>
        <a:bodyPr/>
        <a:lstStyle/>
        <a:p>
          <a:endParaRPr lang="it-IT"/>
        </a:p>
      </dgm:t>
    </dgm:pt>
    <dgm:pt modelId="{2DD2529B-1438-4D7D-BB81-76547AD2C47A}" type="sibTrans" cxnId="{82749379-72FC-403F-ADEC-C63E0BE29062}">
      <dgm:prSet/>
      <dgm:spPr/>
      <dgm:t>
        <a:bodyPr/>
        <a:lstStyle/>
        <a:p>
          <a:endParaRPr lang="it-IT"/>
        </a:p>
      </dgm:t>
    </dgm:pt>
    <dgm:pt modelId="{B9D400A8-B788-4B05-9760-7E171ED69577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Unity retargeting algorithm maps the virtual sphere deformation to the joint velocities of the target robotic hand.</a:t>
          </a:r>
          <a:endParaRPr lang="it-IT"/>
        </a:p>
      </dgm:t>
    </dgm:pt>
    <dgm:pt modelId="{0A47250B-DBCD-45E8-BAC7-C86DC5A44B74}" type="parTrans" cxnId="{B4CFB066-B60D-486B-9CF2-55A69094EF54}">
      <dgm:prSet/>
      <dgm:spPr/>
      <dgm:t>
        <a:bodyPr/>
        <a:lstStyle/>
        <a:p>
          <a:endParaRPr lang="it-IT"/>
        </a:p>
      </dgm:t>
    </dgm:pt>
    <dgm:pt modelId="{6B5F6AE4-E022-4645-8F33-C55E2F4D1C11}" type="sibTrans" cxnId="{B4CFB066-B60D-486B-9CF2-55A69094EF54}">
      <dgm:prSet/>
      <dgm:spPr/>
      <dgm:t>
        <a:bodyPr/>
        <a:lstStyle/>
        <a:p>
          <a:endParaRPr lang="it-IT"/>
        </a:p>
      </dgm:t>
    </dgm:pt>
    <dgm:pt modelId="{D5B0A97B-A7B7-4BA4-8B60-8947DE78A4FA}" type="pres">
      <dgm:prSet presAssocID="{E2937D62-1D5B-4021-8E4E-6831691E6C38}" presName="root" presStyleCnt="0">
        <dgm:presLayoutVars>
          <dgm:dir/>
          <dgm:resizeHandles val="exact"/>
        </dgm:presLayoutVars>
      </dgm:prSet>
      <dgm:spPr/>
    </dgm:pt>
    <dgm:pt modelId="{AF8F14C1-F5CF-401A-A931-1919AB16C43C}" type="pres">
      <dgm:prSet presAssocID="{1D5DED7D-9E6A-4AF3-8DF2-30E194430AC3}" presName="compNode" presStyleCnt="0"/>
      <dgm:spPr/>
    </dgm:pt>
    <dgm:pt modelId="{E7D2A098-62CC-490F-8346-53F3076981D3}" type="pres">
      <dgm:prSet presAssocID="{1D5DED7D-9E6A-4AF3-8DF2-30E194430AC3}" presName="bgRect" presStyleLbl="bgShp" presStyleIdx="0" presStyleCnt="5" custLinFactNeighborX="1195" custLinFactNeighborY="-14279"/>
      <dgm:spPr/>
    </dgm:pt>
    <dgm:pt modelId="{44B02095-B674-4B9F-85EB-BDBA8CEDEB94}" type="pres">
      <dgm:prSet presAssocID="{1D5DED7D-9E6A-4AF3-8DF2-30E194430AC3}" presName="iconRect" presStyleLbl="node1" presStyleIdx="0" presStyleCnt="5" custScaleX="153290" custScaleY="153289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8000" r="-38000"/>
          </a:stretch>
        </a:blipFill>
        <a:ln>
          <a:noFill/>
        </a:ln>
      </dgm:spPr>
    </dgm:pt>
    <dgm:pt modelId="{8D5CE27A-AB50-4673-ACBF-647BE0F1A760}" type="pres">
      <dgm:prSet presAssocID="{1D5DED7D-9E6A-4AF3-8DF2-30E194430AC3}" presName="spaceRect" presStyleCnt="0"/>
      <dgm:spPr/>
    </dgm:pt>
    <dgm:pt modelId="{5C5C40E2-0202-4D79-8847-0C5405789002}" type="pres">
      <dgm:prSet presAssocID="{1D5DED7D-9E6A-4AF3-8DF2-30E194430AC3}" presName="parTx" presStyleLbl="revTx" presStyleIdx="0" presStyleCnt="10">
        <dgm:presLayoutVars>
          <dgm:chMax val="0"/>
          <dgm:chPref val="0"/>
        </dgm:presLayoutVars>
      </dgm:prSet>
      <dgm:spPr/>
    </dgm:pt>
    <dgm:pt modelId="{32831736-E5EF-43B7-AFB7-1842341374BE}" type="pres">
      <dgm:prSet presAssocID="{1D5DED7D-9E6A-4AF3-8DF2-30E194430AC3}" presName="desTx" presStyleLbl="revTx" presStyleIdx="1" presStyleCnt="10">
        <dgm:presLayoutVars/>
      </dgm:prSet>
      <dgm:spPr/>
    </dgm:pt>
    <dgm:pt modelId="{EB7D7ECD-C088-414F-8CDC-4507C6F2C2D9}" type="pres">
      <dgm:prSet presAssocID="{C9C9E2D9-C34C-4D44-A839-F18D811D3E92}" presName="sibTrans" presStyleCnt="0"/>
      <dgm:spPr/>
    </dgm:pt>
    <dgm:pt modelId="{392007D7-A90B-4CE8-A941-966ED03DEF44}" type="pres">
      <dgm:prSet presAssocID="{A1599513-AE27-4CDC-A1EF-9E59506214D6}" presName="compNode" presStyleCnt="0"/>
      <dgm:spPr/>
    </dgm:pt>
    <dgm:pt modelId="{34BAAD51-921F-4790-A41C-A6BAA2D0844B}" type="pres">
      <dgm:prSet presAssocID="{A1599513-AE27-4CDC-A1EF-9E59506214D6}" presName="bgRect" presStyleLbl="bgShp" presStyleIdx="1" presStyleCnt="5"/>
      <dgm:spPr/>
    </dgm:pt>
    <dgm:pt modelId="{940A6F0E-7920-429A-8B0E-F8769C6355CF}" type="pres">
      <dgm:prSet presAssocID="{A1599513-AE27-4CDC-A1EF-9E59506214D6}" presName="iconRect" presStyleLbl="node1" presStyleIdx="1" presStyleCnt="5" custScaleX="153290" custScaleY="153289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</dgm:spPr>
    </dgm:pt>
    <dgm:pt modelId="{858AE044-3CAB-4959-9992-9978895BC7DF}" type="pres">
      <dgm:prSet presAssocID="{A1599513-AE27-4CDC-A1EF-9E59506214D6}" presName="spaceRect" presStyleCnt="0"/>
      <dgm:spPr/>
    </dgm:pt>
    <dgm:pt modelId="{BC1E8947-7336-497F-8B84-384F7F837BDD}" type="pres">
      <dgm:prSet presAssocID="{A1599513-AE27-4CDC-A1EF-9E59506214D6}" presName="parTx" presStyleLbl="revTx" presStyleIdx="2" presStyleCnt="10">
        <dgm:presLayoutVars>
          <dgm:chMax val="0"/>
          <dgm:chPref val="0"/>
        </dgm:presLayoutVars>
      </dgm:prSet>
      <dgm:spPr/>
    </dgm:pt>
    <dgm:pt modelId="{CC864E5B-C799-40AC-8AB1-3C241759644F}" type="pres">
      <dgm:prSet presAssocID="{A1599513-AE27-4CDC-A1EF-9E59506214D6}" presName="desTx" presStyleLbl="revTx" presStyleIdx="3" presStyleCnt="10">
        <dgm:presLayoutVars/>
      </dgm:prSet>
      <dgm:spPr/>
    </dgm:pt>
    <dgm:pt modelId="{D6110EFB-DED8-41A4-8181-B97002123602}" type="pres">
      <dgm:prSet presAssocID="{66FFDF4A-5FF5-4D7E-96DC-A25BA9B812D9}" presName="sibTrans" presStyleCnt="0"/>
      <dgm:spPr/>
    </dgm:pt>
    <dgm:pt modelId="{AE77F20C-DF80-4845-96BC-4BFF0F6CAF50}" type="pres">
      <dgm:prSet presAssocID="{E961D8F2-06BA-4A17-8DA0-0B3DAE829B31}" presName="compNode" presStyleCnt="0"/>
      <dgm:spPr/>
    </dgm:pt>
    <dgm:pt modelId="{C108FE40-76F9-4BF2-AB1C-FACB80F87859}" type="pres">
      <dgm:prSet presAssocID="{E961D8F2-06BA-4A17-8DA0-0B3DAE829B31}" presName="bgRect" presStyleLbl="bgShp" presStyleIdx="2" presStyleCnt="5"/>
      <dgm:spPr/>
    </dgm:pt>
    <dgm:pt modelId="{87114B76-89C3-4FE6-B7F6-94E67914B0FA}" type="pres">
      <dgm:prSet presAssocID="{E961D8F2-06BA-4A17-8DA0-0B3DAE829B31}" presName="iconRect" presStyleLbl="node1" presStyleIdx="2" presStyleCnt="5" custScaleX="153290" custScaleY="153289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</dgm:spPr>
    </dgm:pt>
    <dgm:pt modelId="{B7C555D1-BDB8-445F-BF6D-DD7A8A410A3F}" type="pres">
      <dgm:prSet presAssocID="{E961D8F2-06BA-4A17-8DA0-0B3DAE829B31}" presName="spaceRect" presStyleCnt="0"/>
      <dgm:spPr/>
    </dgm:pt>
    <dgm:pt modelId="{F8F9F0E4-E32A-4F10-9466-E2D852D74783}" type="pres">
      <dgm:prSet presAssocID="{E961D8F2-06BA-4A17-8DA0-0B3DAE829B31}" presName="parTx" presStyleLbl="revTx" presStyleIdx="4" presStyleCnt="10">
        <dgm:presLayoutVars>
          <dgm:chMax val="0"/>
          <dgm:chPref val="0"/>
        </dgm:presLayoutVars>
      </dgm:prSet>
      <dgm:spPr/>
    </dgm:pt>
    <dgm:pt modelId="{46A4770D-BB94-4EA0-B0D7-B77544DE37AD}" type="pres">
      <dgm:prSet presAssocID="{E961D8F2-06BA-4A17-8DA0-0B3DAE829B31}" presName="desTx" presStyleLbl="revTx" presStyleIdx="5" presStyleCnt="10">
        <dgm:presLayoutVars/>
      </dgm:prSet>
      <dgm:spPr/>
    </dgm:pt>
    <dgm:pt modelId="{EDEE7AA4-077D-4724-A46C-02BECB260B23}" type="pres">
      <dgm:prSet presAssocID="{AB765BF8-5EE3-425E-B558-488F9C9B00AF}" presName="sibTrans" presStyleCnt="0"/>
      <dgm:spPr/>
    </dgm:pt>
    <dgm:pt modelId="{D8EA86A7-1CEC-4971-AE38-3B914F9266F2}" type="pres">
      <dgm:prSet presAssocID="{FEA354E5-CD55-40B3-BBA8-7B17CB32BD65}" presName="compNode" presStyleCnt="0"/>
      <dgm:spPr/>
    </dgm:pt>
    <dgm:pt modelId="{C7D5F85B-5E96-40BD-96E9-EB847C699A66}" type="pres">
      <dgm:prSet presAssocID="{FEA354E5-CD55-40B3-BBA8-7B17CB32BD65}" presName="bgRect" presStyleLbl="bgShp" presStyleIdx="3" presStyleCnt="5"/>
      <dgm:spPr/>
    </dgm:pt>
    <dgm:pt modelId="{876FDBE4-50EF-4EE3-969F-D72439DA941F}" type="pres">
      <dgm:prSet presAssocID="{FEA354E5-CD55-40B3-BBA8-7B17CB32BD65}" presName="iconRect" presStyleLbl="node1" presStyleIdx="3" presStyleCnt="5" custScaleX="153290" custScaleY="153289"/>
      <dgm:spPr>
        <a:blipFill rotWithShape="1">
          <a:blip xmlns:r="http://schemas.openxmlformats.org/officeDocument/2006/relationships" r:embed="rId4"/>
          <a:srcRect/>
          <a:stretch>
            <a:fillRect l="-6000" r="-6000"/>
          </a:stretch>
        </a:blipFill>
        <a:ln>
          <a:noFill/>
        </a:ln>
      </dgm:spPr>
    </dgm:pt>
    <dgm:pt modelId="{2483F4C7-66C5-4E13-A716-56FF669C117F}" type="pres">
      <dgm:prSet presAssocID="{FEA354E5-CD55-40B3-BBA8-7B17CB32BD65}" presName="spaceRect" presStyleCnt="0"/>
      <dgm:spPr/>
    </dgm:pt>
    <dgm:pt modelId="{0590E409-760D-4FF5-B21B-818D7185E04F}" type="pres">
      <dgm:prSet presAssocID="{FEA354E5-CD55-40B3-BBA8-7B17CB32BD65}" presName="parTx" presStyleLbl="revTx" presStyleIdx="6" presStyleCnt="10">
        <dgm:presLayoutVars>
          <dgm:chMax val="0"/>
          <dgm:chPref val="0"/>
        </dgm:presLayoutVars>
      </dgm:prSet>
      <dgm:spPr/>
    </dgm:pt>
    <dgm:pt modelId="{D20EB7C9-F03C-45E5-95E1-14ADA12CF3BE}" type="pres">
      <dgm:prSet presAssocID="{FEA354E5-CD55-40B3-BBA8-7B17CB32BD65}" presName="desTx" presStyleLbl="revTx" presStyleIdx="7" presStyleCnt="10">
        <dgm:presLayoutVars/>
      </dgm:prSet>
      <dgm:spPr/>
    </dgm:pt>
    <dgm:pt modelId="{60D8E4B8-0A41-4B34-AEA0-80F1C5BFD519}" type="pres">
      <dgm:prSet presAssocID="{F9A5C144-D281-4CB4-9F0C-A29AE6041C73}" presName="sibTrans" presStyleCnt="0"/>
      <dgm:spPr/>
    </dgm:pt>
    <dgm:pt modelId="{9416AC0F-318E-4B95-AF8F-BCB122157989}" type="pres">
      <dgm:prSet presAssocID="{1D782D9B-323A-43FE-BCA6-C5BBE2FED2C5}" presName="compNode" presStyleCnt="0"/>
      <dgm:spPr/>
    </dgm:pt>
    <dgm:pt modelId="{BFB49C8E-37FB-4201-96B4-1240510281C2}" type="pres">
      <dgm:prSet presAssocID="{1D782D9B-323A-43FE-BCA6-C5BBE2FED2C5}" presName="bgRect" presStyleLbl="bgShp" presStyleIdx="4" presStyleCnt="5"/>
      <dgm:spPr/>
    </dgm:pt>
    <dgm:pt modelId="{B93C29F1-0179-49C3-8340-3B12462A44D8}" type="pres">
      <dgm:prSet presAssocID="{1D782D9B-323A-43FE-BCA6-C5BBE2FED2C5}" presName="iconRect" presStyleLbl="node1" presStyleIdx="4" presStyleCnt="5" custScaleX="153290" custScaleY="153289"/>
      <dgm:spPr>
        <a:blipFill rotWithShape="1">
          <a:blip xmlns:r="http://schemas.openxmlformats.org/officeDocument/2006/relationships" r:embed="rId5"/>
          <a:srcRect/>
          <a:stretch>
            <a:fillRect l="-9000" r="-9000"/>
          </a:stretch>
        </a:blipFill>
        <a:ln>
          <a:noFill/>
        </a:ln>
      </dgm:spPr>
    </dgm:pt>
    <dgm:pt modelId="{D4E8F1D5-44A9-4B80-879A-F44BB334A177}" type="pres">
      <dgm:prSet presAssocID="{1D782D9B-323A-43FE-BCA6-C5BBE2FED2C5}" presName="spaceRect" presStyleCnt="0"/>
      <dgm:spPr/>
    </dgm:pt>
    <dgm:pt modelId="{18C4619D-0C8A-4938-96E9-49C66092A2F4}" type="pres">
      <dgm:prSet presAssocID="{1D782D9B-323A-43FE-BCA6-C5BBE2FED2C5}" presName="parTx" presStyleLbl="revTx" presStyleIdx="8" presStyleCnt="10">
        <dgm:presLayoutVars>
          <dgm:chMax val="0"/>
          <dgm:chPref val="0"/>
        </dgm:presLayoutVars>
      </dgm:prSet>
      <dgm:spPr/>
    </dgm:pt>
    <dgm:pt modelId="{4616B0FE-5885-40D6-9148-F2B81C310587}" type="pres">
      <dgm:prSet presAssocID="{1D782D9B-323A-43FE-BCA6-C5BBE2FED2C5}" presName="desTx" presStyleLbl="revTx" presStyleIdx="9" presStyleCnt="10">
        <dgm:presLayoutVars/>
      </dgm:prSet>
      <dgm:spPr/>
    </dgm:pt>
  </dgm:ptLst>
  <dgm:cxnLst>
    <dgm:cxn modelId="{26E16E02-4A06-41FC-BFB6-E5EDF7AE48CE}" srcId="{E2937D62-1D5B-4021-8E4E-6831691E6C38}" destId="{1D782D9B-323A-43FE-BCA6-C5BBE2FED2C5}" srcOrd="4" destOrd="0" parTransId="{E7EAD8EC-046F-4FB1-94AA-A89895C97921}" sibTransId="{3911A6F3-A516-4363-AB43-65D1EB84818D}"/>
    <dgm:cxn modelId="{02B9A709-0BE4-4DCF-90A3-8F2A78DF3A4D}" type="presOf" srcId="{CF3FA1C8-F6BD-4166-9834-CEAC7B6DC39B}" destId="{4616B0FE-5885-40D6-9148-F2B81C310587}" srcOrd="0" destOrd="0" presId="urn:microsoft.com/office/officeart/2018/2/layout/IconVerticalSolidList"/>
    <dgm:cxn modelId="{57F02016-CD24-4EAE-A7E8-541533E2BEAC}" srcId="{E961D8F2-06BA-4A17-8DA0-0B3DAE829B31}" destId="{3B97ECBA-1488-4C50-A416-F4A66A7A2B3E}" srcOrd="0" destOrd="0" parTransId="{C2D385BA-D170-45A6-9BD4-253D02A29D21}" sibTransId="{ED0BCFA9-06E1-48D4-9A8D-DB1B9A1EABB1}"/>
    <dgm:cxn modelId="{CF37DD1A-15E3-4CF9-86EB-340718492881}" srcId="{E2937D62-1D5B-4021-8E4E-6831691E6C38}" destId="{FEA354E5-CD55-40B3-BBA8-7B17CB32BD65}" srcOrd="3" destOrd="0" parTransId="{04EA7268-D705-4EAD-A2EE-43A3E9EAC78D}" sibTransId="{F9A5C144-D281-4CB4-9F0C-A29AE6041C73}"/>
    <dgm:cxn modelId="{9E257B60-9527-4F8E-A65C-99CADB8B522E}" type="presOf" srcId="{1B247583-3F8A-496F-9031-38BE634E86BE}" destId="{32831736-E5EF-43B7-AFB7-1842341374BE}" srcOrd="0" destOrd="0" presId="urn:microsoft.com/office/officeart/2018/2/layout/IconVerticalSolidList"/>
    <dgm:cxn modelId="{B7E98846-6B79-4D46-AA0A-6A8F2D83308B}" type="presOf" srcId="{1D5DED7D-9E6A-4AF3-8DF2-30E194430AC3}" destId="{5C5C40E2-0202-4D79-8847-0C5405789002}" srcOrd="0" destOrd="0" presId="urn:microsoft.com/office/officeart/2018/2/layout/IconVerticalSolidList"/>
    <dgm:cxn modelId="{B4CFB066-B60D-486B-9CF2-55A69094EF54}" srcId="{FEA354E5-CD55-40B3-BBA8-7B17CB32BD65}" destId="{B9D400A8-B788-4B05-9760-7E171ED69577}" srcOrd="0" destOrd="0" parTransId="{0A47250B-DBCD-45E8-BAC7-C86DC5A44B74}" sibTransId="{6B5F6AE4-E022-4645-8F33-C55E2F4D1C11}"/>
    <dgm:cxn modelId="{EAAFD84F-DE40-4D1E-AAA9-E0EA44C23F4D}" srcId="{A1599513-AE27-4CDC-A1EF-9E59506214D6}" destId="{5A20C633-36DA-4395-9812-F5B4C9F1267E}" srcOrd="0" destOrd="0" parTransId="{5B740C0A-114A-4E18-92EC-778C4FF949BE}" sibTransId="{4C4EABDB-86B8-43D7-935A-768068139D9B}"/>
    <dgm:cxn modelId="{095C4057-1675-4242-A650-A322F308E3C7}" srcId="{E2937D62-1D5B-4021-8E4E-6831691E6C38}" destId="{A1599513-AE27-4CDC-A1EF-9E59506214D6}" srcOrd="1" destOrd="0" parTransId="{79E2FB67-4D1D-498B-B488-309C9BC004FE}" sibTransId="{66FFDF4A-5FF5-4D7E-96DC-A25BA9B812D9}"/>
    <dgm:cxn modelId="{E4D4BA57-6250-4CFD-ACC7-787EFCCFD233}" srcId="{1D5DED7D-9E6A-4AF3-8DF2-30E194430AC3}" destId="{1B247583-3F8A-496F-9031-38BE634E86BE}" srcOrd="0" destOrd="0" parTransId="{C6E6F112-D18D-4694-9DFF-90DD561E5FE6}" sibTransId="{BCA7C705-B05D-44B7-8C85-EA6FE98C3C61}"/>
    <dgm:cxn modelId="{82749379-72FC-403F-ADEC-C63E0BE29062}" srcId="{1D782D9B-323A-43FE-BCA6-C5BBE2FED2C5}" destId="{CF3FA1C8-F6BD-4166-9834-CEAC7B6DC39B}" srcOrd="0" destOrd="0" parTransId="{11879B11-6F21-4A05-BCB9-B4D236617E5B}" sibTransId="{2DD2529B-1438-4D7D-BB81-76547AD2C47A}"/>
    <dgm:cxn modelId="{DA139A5A-A4BB-44B6-AE1D-8491DAD9458A}" srcId="{E2937D62-1D5B-4021-8E4E-6831691E6C38}" destId="{1D5DED7D-9E6A-4AF3-8DF2-30E194430AC3}" srcOrd="0" destOrd="0" parTransId="{0B7832CE-21F4-4698-9DC0-AF721F61AA67}" sibTransId="{C9C9E2D9-C34C-4D44-A839-F18D811D3E92}"/>
    <dgm:cxn modelId="{C74F6EA1-A03C-40CD-9D61-150FA8D2372D}" type="presOf" srcId="{5A20C633-36DA-4395-9812-F5B4C9F1267E}" destId="{CC864E5B-C799-40AC-8AB1-3C241759644F}" srcOrd="0" destOrd="0" presId="urn:microsoft.com/office/officeart/2018/2/layout/IconVerticalSolidList"/>
    <dgm:cxn modelId="{8A7D0EA8-DE67-4954-8216-13406A731D92}" type="presOf" srcId="{B9D400A8-B788-4B05-9760-7E171ED69577}" destId="{D20EB7C9-F03C-45E5-95E1-14ADA12CF3BE}" srcOrd="0" destOrd="0" presId="urn:microsoft.com/office/officeart/2018/2/layout/IconVerticalSolidList"/>
    <dgm:cxn modelId="{10D1D0AC-84AA-435B-A11C-54500F883577}" type="presOf" srcId="{1D782D9B-323A-43FE-BCA6-C5BBE2FED2C5}" destId="{18C4619D-0C8A-4938-96E9-49C66092A2F4}" srcOrd="0" destOrd="0" presId="urn:microsoft.com/office/officeart/2018/2/layout/IconVerticalSolidList"/>
    <dgm:cxn modelId="{3D57B5BD-ADBD-46C2-A040-7B7F144D2F0E}" type="presOf" srcId="{A1599513-AE27-4CDC-A1EF-9E59506214D6}" destId="{BC1E8947-7336-497F-8B84-384F7F837BDD}" srcOrd="0" destOrd="0" presId="urn:microsoft.com/office/officeart/2018/2/layout/IconVerticalSolidList"/>
    <dgm:cxn modelId="{0E399EC5-7CBD-4BE5-9F38-B79E114BAC8A}" type="presOf" srcId="{E2937D62-1D5B-4021-8E4E-6831691E6C38}" destId="{D5B0A97B-A7B7-4BA4-8B60-8947DE78A4FA}" srcOrd="0" destOrd="0" presId="urn:microsoft.com/office/officeart/2018/2/layout/IconVerticalSolidList"/>
    <dgm:cxn modelId="{274F92CB-AC0C-466F-ADAB-CAB8FFFCF815}" type="presOf" srcId="{3B97ECBA-1488-4C50-A416-F4A66A7A2B3E}" destId="{46A4770D-BB94-4EA0-B0D7-B77544DE37AD}" srcOrd="0" destOrd="0" presId="urn:microsoft.com/office/officeart/2018/2/layout/IconVerticalSolidList"/>
    <dgm:cxn modelId="{B3FA53D6-C6D5-4CF5-A5DB-64AE44C31D2B}" srcId="{E2937D62-1D5B-4021-8E4E-6831691E6C38}" destId="{E961D8F2-06BA-4A17-8DA0-0B3DAE829B31}" srcOrd="2" destOrd="0" parTransId="{F8E2D95D-6EDC-4BD4-B31D-870D6003CD7C}" sibTransId="{AB765BF8-5EE3-425E-B558-488F9C9B00AF}"/>
    <dgm:cxn modelId="{61626EDB-B0A3-445F-8D8D-1427D6F6395D}" type="presOf" srcId="{FEA354E5-CD55-40B3-BBA8-7B17CB32BD65}" destId="{0590E409-760D-4FF5-B21B-818D7185E04F}" srcOrd="0" destOrd="0" presId="urn:microsoft.com/office/officeart/2018/2/layout/IconVerticalSolidList"/>
    <dgm:cxn modelId="{660CEAE2-2F3C-4B5F-992E-4F50FCB6E769}" type="presOf" srcId="{E961D8F2-06BA-4A17-8DA0-0B3DAE829B31}" destId="{F8F9F0E4-E32A-4F10-9466-E2D852D74783}" srcOrd="0" destOrd="0" presId="urn:microsoft.com/office/officeart/2018/2/layout/IconVerticalSolidList"/>
    <dgm:cxn modelId="{EE747998-CD89-4369-9423-08DD7C40F2B2}" type="presParOf" srcId="{D5B0A97B-A7B7-4BA4-8B60-8947DE78A4FA}" destId="{AF8F14C1-F5CF-401A-A931-1919AB16C43C}" srcOrd="0" destOrd="0" presId="urn:microsoft.com/office/officeart/2018/2/layout/IconVerticalSolidList"/>
    <dgm:cxn modelId="{EE7013EC-A510-4BCD-A7DF-C3204C71D08F}" type="presParOf" srcId="{AF8F14C1-F5CF-401A-A931-1919AB16C43C}" destId="{E7D2A098-62CC-490F-8346-53F3076981D3}" srcOrd="0" destOrd="0" presId="urn:microsoft.com/office/officeart/2018/2/layout/IconVerticalSolidList"/>
    <dgm:cxn modelId="{98AE1B31-F5CC-46F1-AAB5-F3F3EDA2B7E9}" type="presParOf" srcId="{AF8F14C1-F5CF-401A-A931-1919AB16C43C}" destId="{44B02095-B674-4B9F-85EB-BDBA8CEDEB94}" srcOrd="1" destOrd="0" presId="urn:microsoft.com/office/officeart/2018/2/layout/IconVerticalSolidList"/>
    <dgm:cxn modelId="{A50D6E20-33A0-49C1-A7C2-3AEE1301D929}" type="presParOf" srcId="{AF8F14C1-F5CF-401A-A931-1919AB16C43C}" destId="{8D5CE27A-AB50-4673-ACBF-647BE0F1A760}" srcOrd="2" destOrd="0" presId="urn:microsoft.com/office/officeart/2018/2/layout/IconVerticalSolidList"/>
    <dgm:cxn modelId="{DBDE219C-33F5-4543-B63E-61F575083439}" type="presParOf" srcId="{AF8F14C1-F5CF-401A-A931-1919AB16C43C}" destId="{5C5C40E2-0202-4D79-8847-0C5405789002}" srcOrd="3" destOrd="0" presId="urn:microsoft.com/office/officeart/2018/2/layout/IconVerticalSolidList"/>
    <dgm:cxn modelId="{6684253A-62F4-4EB2-A13C-0B0D520BA385}" type="presParOf" srcId="{AF8F14C1-F5CF-401A-A931-1919AB16C43C}" destId="{32831736-E5EF-43B7-AFB7-1842341374BE}" srcOrd="4" destOrd="0" presId="urn:microsoft.com/office/officeart/2018/2/layout/IconVerticalSolidList"/>
    <dgm:cxn modelId="{4709B759-FA21-48D4-98CF-967F637673CA}" type="presParOf" srcId="{D5B0A97B-A7B7-4BA4-8B60-8947DE78A4FA}" destId="{EB7D7ECD-C088-414F-8CDC-4507C6F2C2D9}" srcOrd="1" destOrd="0" presId="urn:microsoft.com/office/officeart/2018/2/layout/IconVerticalSolidList"/>
    <dgm:cxn modelId="{12F6BF1B-54CD-4613-A580-91AE21FB5DEA}" type="presParOf" srcId="{D5B0A97B-A7B7-4BA4-8B60-8947DE78A4FA}" destId="{392007D7-A90B-4CE8-A941-966ED03DEF44}" srcOrd="2" destOrd="0" presId="urn:microsoft.com/office/officeart/2018/2/layout/IconVerticalSolidList"/>
    <dgm:cxn modelId="{CCEC6865-22A1-46DF-8D92-25BB7E203A45}" type="presParOf" srcId="{392007D7-A90B-4CE8-A941-966ED03DEF44}" destId="{34BAAD51-921F-4790-A41C-A6BAA2D0844B}" srcOrd="0" destOrd="0" presId="urn:microsoft.com/office/officeart/2018/2/layout/IconVerticalSolidList"/>
    <dgm:cxn modelId="{610604AF-82F6-40B2-9D29-39A93CFC4C32}" type="presParOf" srcId="{392007D7-A90B-4CE8-A941-966ED03DEF44}" destId="{940A6F0E-7920-429A-8B0E-F8769C6355CF}" srcOrd="1" destOrd="0" presId="urn:microsoft.com/office/officeart/2018/2/layout/IconVerticalSolidList"/>
    <dgm:cxn modelId="{91C482F3-5D30-4A8E-A56B-1FBEA321EF41}" type="presParOf" srcId="{392007D7-A90B-4CE8-A941-966ED03DEF44}" destId="{858AE044-3CAB-4959-9992-9978895BC7DF}" srcOrd="2" destOrd="0" presId="urn:microsoft.com/office/officeart/2018/2/layout/IconVerticalSolidList"/>
    <dgm:cxn modelId="{102B9A45-450B-45B2-B616-313E8343ADB0}" type="presParOf" srcId="{392007D7-A90B-4CE8-A941-966ED03DEF44}" destId="{BC1E8947-7336-497F-8B84-384F7F837BDD}" srcOrd="3" destOrd="0" presId="urn:microsoft.com/office/officeart/2018/2/layout/IconVerticalSolidList"/>
    <dgm:cxn modelId="{511E012F-57C5-4FDA-AC84-937028B98A0A}" type="presParOf" srcId="{392007D7-A90B-4CE8-A941-966ED03DEF44}" destId="{CC864E5B-C799-40AC-8AB1-3C241759644F}" srcOrd="4" destOrd="0" presId="urn:microsoft.com/office/officeart/2018/2/layout/IconVerticalSolidList"/>
    <dgm:cxn modelId="{E1F491EE-116B-4E0B-96E8-C2787EE5471E}" type="presParOf" srcId="{D5B0A97B-A7B7-4BA4-8B60-8947DE78A4FA}" destId="{D6110EFB-DED8-41A4-8181-B97002123602}" srcOrd="3" destOrd="0" presId="urn:microsoft.com/office/officeart/2018/2/layout/IconVerticalSolidList"/>
    <dgm:cxn modelId="{18DE8588-5067-45A8-A12C-4D19C65D3422}" type="presParOf" srcId="{D5B0A97B-A7B7-4BA4-8B60-8947DE78A4FA}" destId="{AE77F20C-DF80-4845-96BC-4BFF0F6CAF50}" srcOrd="4" destOrd="0" presId="urn:microsoft.com/office/officeart/2018/2/layout/IconVerticalSolidList"/>
    <dgm:cxn modelId="{51785716-8D89-40C5-B726-C6B338E5564B}" type="presParOf" srcId="{AE77F20C-DF80-4845-96BC-4BFF0F6CAF50}" destId="{C108FE40-76F9-4BF2-AB1C-FACB80F87859}" srcOrd="0" destOrd="0" presId="urn:microsoft.com/office/officeart/2018/2/layout/IconVerticalSolidList"/>
    <dgm:cxn modelId="{B79F6E23-62EA-4D61-8215-21F893503B3C}" type="presParOf" srcId="{AE77F20C-DF80-4845-96BC-4BFF0F6CAF50}" destId="{87114B76-89C3-4FE6-B7F6-94E67914B0FA}" srcOrd="1" destOrd="0" presId="urn:microsoft.com/office/officeart/2018/2/layout/IconVerticalSolidList"/>
    <dgm:cxn modelId="{8F03D942-3781-48DF-972F-CC22824F13AF}" type="presParOf" srcId="{AE77F20C-DF80-4845-96BC-4BFF0F6CAF50}" destId="{B7C555D1-BDB8-445F-BF6D-DD7A8A410A3F}" srcOrd="2" destOrd="0" presId="urn:microsoft.com/office/officeart/2018/2/layout/IconVerticalSolidList"/>
    <dgm:cxn modelId="{EE4FAA1B-BF19-46AB-88CF-45775E7671E6}" type="presParOf" srcId="{AE77F20C-DF80-4845-96BC-4BFF0F6CAF50}" destId="{F8F9F0E4-E32A-4F10-9466-E2D852D74783}" srcOrd="3" destOrd="0" presId="urn:microsoft.com/office/officeart/2018/2/layout/IconVerticalSolidList"/>
    <dgm:cxn modelId="{8CCCE376-2487-4535-97CD-AA9A807A6803}" type="presParOf" srcId="{AE77F20C-DF80-4845-96BC-4BFF0F6CAF50}" destId="{46A4770D-BB94-4EA0-B0D7-B77544DE37AD}" srcOrd="4" destOrd="0" presId="urn:microsoft.com/office/officeart/2018/2/layout/IconVerticalSolidList"/>
    <dgm:cxn modelId="{0382C854-BE55-401C-B1EE-26530F5BCE42}" type="presParOf" srcId="{D5B0A97B-A7B7-4BA4-8B60-8947DE78A4FA}" destId="{EDEE7AA4-077D-4724-A46C-02BECB260B23}" srcOrd="5" destOrd="0" presId="urn:microsoft.com/office/officeart/2018/2/layout/IconVerticalSolidList"/>
    <dgm:cxn modelId="{2682B1E0-4D51-4AC9-8B47-3A36EC931B82}" type="presParOf" srcId="{D5B0A97B-A7B7-4BA4-8B60-8947DE78A4FA}" destId="{D8EA86A7-1CEC-4971-AE38-3B914F9266F2}" srcOrd="6" destOrd="0" presId="urn:microsoft.com/office/officeart/2018/2/layout/IconVerticalSolidList"/>
    <dgm:cxn modelId="{1D0C9FE3-9957-489D-A752-F88D98FE7E9E}" type="presParOf" srcId="{D8EA86A7-1CEC-4971-AE38-3B914F9266F2}" destId="{C7D5F85B-5E96-40BD-96E9-EB847C699A66}" srcOrd="0" destOrd="0" presId="urn:microsoft.com/office/officeart/2018/2/layout/IconVerticalSolidList"/>
    <dgm:cxn modelId="{C0813179-81BF-486A-A43B-4BEBCD5EC7AE}" type="presParOf" srcId="{D8EA86A7-1CEC-4971-AE38-3B914F9266F2}" destId="{876FDBE4-50EF-4EE3-969F-D72439DA941F}" srcOrd="1" destOrd="0" presId="urn:microsoft.com/office/officeart/2018/2/layout/IconVerticalSolidList"/>
    <dgm:cxn modelId="{D790439D-5369-4AF6-947B-E351193B99D8}" type="presParOf" srcId="{D8EA86A7-1CEC-4971-AE38-3B914F9266F2}" destId="{2483F4C7-66C5-4E13-A716-56FF669C117F}" srcOrd="2" destOrd="0" presId="urn:microsoft.com/office/officeart/2018/2/layout/IconVerticalSolidList"/>
    <dgm:cxn modelId="{503BF0CF-EEF0-4694-9F3A-C38BD58F7E5F}" type="presParOf" srcId="{D8EA86A7-1CEC-4971-AE38-3B914F9266F2}" destId="{0590E409-760D-4FF5-B21B-818D7185E04F}" srcOrd="3" destOrd="0" presId="urn:microsoft.com/office/officeart/2018/2/layout/IconVerticalSolidList"/>
    <dgm:cxn modelId="{7CF5AF9D-84C5-4DEF-9528-430362E06E82}" type="presParOf" srcId="{D8EA86A7-1CEC-4971-AE38-3B914F9266F2}" destId="{D20EB7C9-F03C-45E5-95E1-14ADA12CF3BE}" srcOrd="4" destOrd="0" presId="urn:microsoft.com/office/officeart/2018/2/layout/IconVerticalSolidList"/>
    <dgm:cxn modelId="{D3871337-7B58-430B-9C52-E04A4238C744}" type="presParOf" srcId="{D5B0A97B-A7B7-4BA4-8B60-8947DE78A4FA}" destId="{60D8E4B8-0A41-4B34-AEA0-80F1C5BFD519}" srcOrd="7" destOrd="0" presId="urn:microsoft.com/office/officeart/2018/2/layout/IconVerticalSolidList"/>
    <dgm:cxn modelId="{CBFBB94B-CA08-49FB-B1B0-DE6B8B11AE6E}" type="presParOf" srcId="{D5B0A97B-A7B7-4BA4-8B60-8947DE78A4FA}" destId="{9416AC0F-318E-4B95-AF8F-BCB122157989}" srcOrd="8" destOrd="0" presId="urn:microsoft.com/office/officeart/2018/2/layout/IconVerticalSolidList"/>
    <dgm:cxn modelId="{D3363CA6-F521-4905-A3E1-2D47A7CDBBE7}" type="presParOf" srcId="{9416AC0F-318E-4B95-AF8F-BCB122157989}" destId="{BFB49C8E-37FB-4201-96B4-1240510281C2}" srcOrd="0" destOrd="0" presId="urn:microsoft.com/office/officeart/2018/2/layout/IconVerticalSolidList"/>
    <dgm:cxn modelId="{88EACF2E-BD18-458B-A964-C9F3717DB104}" type="presParOf" srcId="{9416AC0F-318E-4B95-AF8F-BCB122157989}" destId="{B93C29F1-0179-49C3-8340-3B12462A44D8}" srcOrd="1" destOrd="0" presId="urn:microsoft.com/office/officeart/2018/2/layout/IconVerticalSolidList"/>
    <dgm:cxn modelId="{A9BE8EB1-B14A-4FED-9376-D1A3CCC5CE76}" type="presParOf" srcId="{9416AC0F-318E-4B95-AF8F-BCB122157989}" destId="{D4E8F1D5-44A9-4B80-879A-F44BB334A177}" srcOrd="2" destOrd="0" presId="urn:microsoft.com/office/officeart/2018/2/layout/IconVerticalSolidList"/>
    <dgm:cxn modelId="{BA911E15-E7D6-48A2-85E7-42F494C90FC4}" type="presParOf" srcId="{9416AC0F-318E-4B95-AF8F-BCB122157989}" destId="{18C4619D-0C8A-4938-96E9-49C66092A2F4}" srcOrd="3" destOrd="0" presId="urn:microsoft.com/office/officeart/2018/2/layout/IconVerticalSolidList"/>
    <dgm:cxn modelId="{AA3AA264-4EBF-4FB4-8E20-C579D2ABF914}" type="presParOf" srcId="{9416AC0F-318E-4B95-AF8F-BCB122157989}" destId="{4616B0FE-5885-40D6-9148-F2B81C31058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BC122-B150-4CF1-ABDC-2D3C775761B7}">
      <dsp:nvSpPr>
        <dsp:cNvPr id="0" name=""/>
        <dsp:cNvSpPr/>
      </dsp:nvSpPr>
      <dsp:spPr>
        <a:xfrm>
          <a:off x="0" y="1964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B1F98-186E-4FDB-97B7-7C813BC775D7}">
      <dsp:nvSpPr>
        <dsp:cNvPr id="0" name=""/>
        <dsp:cNvSpPr/>
      </dsp:nvSpPr>
      <dsp:spPr>
        <a:xfrm>
          <a:off x="0" y="1964"/>
          <a:ext cx="10058399" cy="133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Robotic hands have many DoFs; difficult to control manually.</a:t>
          </a:r>
        </a:p>
      </dsp:txBody>
      <dsp:txXfrm>
        <a:off x="0" y="1964"/>
        <a:ext cx="10058399" cy="1339810"/>
      </dsp:txXfrm>
    </dsp:sp>
    <dsp:sp modelId="{578E3FA1-BE50-470D-B925-FF4D16EA5431}">
      <dsp:nvSpPr>
        <dsp:cNvPr id="0" name=""/>
        <dsp:cNvSpPr/>
      </dsp:nvSpPr>
      <dsp:spPr>
        <a:xfrm>
          <a:off x="0" y="1341774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230301-6662-44A0-B028-AAA91C595FE0}">
      <dsp:nvSpPr>
        <dsp:cNvPr id="0" name=""/>
        <dsp:cNvSpPr/>
      </dsp:nvSpPr>
      <dsp:spPr>
        <a:xfrm>
          <a:off x="0" y="1341774"/>
          <a:ext cx="10058399" cy="133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Humans use </a:t>
          </a:r>
          <a:r>
            <a:rPr lang="en-US" sz="2700" b="1" kern="1200"/>
            <a:t>Postural Synergies</a:t>
          </a:r>
          <a:r>
            <a:rPr lang="en-US" sz="2700" kern="1200"/>
            <a:t> to simplify control.</a:t>
          </a:r>
        </a:p>
      </dsp:txBody>
      <dsp:txXfrm>
        <a:off x="0" y="1341774"/>
        <a:ext cx="10058399" cy="1339810"/>
      </dsp:txXfrm>
    </dsp:sp>
    <dsp:sp modelId="{4E3CD7F8-B657-4D3D-88BC-E75BE2A2BF52}">
      <dsp:nvSpPr>
        <dsp:cNvPr id="0" name=""/>
        <dsp:cNvSpPr/>
      </dsp:nvSpPr>
      <dsp:spPr>
        <a:xfrm>
          <a:off x="0" y="2681585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F5D81-6254-4FBF-A688-963FB1ED8B33}">
      <dsp:nvSpPr>
        <dsp:cNvPr id="0" name=""/>
        <dsp:cNvSpPr/>
      </dsp:nvSpPr>
      <dsp:spPr>
        <a:xfrm>
          <a:off x="0" y="2681585"/>
          <a:ext cx="10058399" cy="1339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Objective:</a:t>
          </a:r>
          <a:r>
            <a:rPr lang="en-US" sz="2700" kern="1200"/>
            <a:t> Use human synergies to drive robots with different kinematics.</a:t>
          </a:r>
          <a:br>
            <a:rPr lang="en-US" sz="2700" kern="1200"/>
          </a:br>
          <a:endParaRPr lang="en-US" sz="2700" kern="1200"/>
        </a:p>
      </dsp:txBody>
      <dsp:txXfrm>
        <a:off x="0" y="2681585"/>
        <a:ext cx="10058399" cy="1339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B23EBC-3AEF-4A76-9B9A-67A080688607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ED40D-1FFB-4A5A-BEF7-080582CA91FA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Human vs. Robot hands are rarely identical.</a:t>
          </a:r>
        </a:p>
      </dsp:txBody>
      <dsp:txXfrm>
        <a:off x="285097" y="2346338"/>
        <a:ext cx="2832300" cy="720000"/>
      </dsp:txXfrm>
    </dsp:sp>
    <dsp:sp modelId="{80096428-902F-4F46-8EE4-708269C190BD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0FD44-A423-49A8-9432-175269085740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Joint Mapping:</a:t>
          </a:r>
          <a:r>
            <a:rPr lang="en-US" sz="1500" kern="1200"/>
            <a:t> Fails on non-anthropomorphic robots.</a:t>
          </a:r>
        </a:p>
      </dsp:txBody>
      <dsp:txXfrm>
        <a:off x="3613050" y="2346338"/>
        <a:ext cx="2832300" cy="720000"/>
      </dsp:txXfrm>
    </dsp:sp>
    <dsp:sp modelId="{2145DEB0-C20B-49C3-9A89-363308CBC8CE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0944E-9139-43CC-AE26-06C99876BB2C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Fingertip Mapping:</a:t>
          </a:r>
          <a:r>
            <a:rPr lang="en-US" sz="1500" kern="1200"/>
            <a:t> Fails to respect internal joint limits/collisions.</a:t>
          </a:r>
        </a:p>
      </dsp:txBody>
      <dsp:txXfrm>
        <a:off x="6941002" y="2346338"/>
        <a:ext cx="28323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2A098-62CC-490F-8346-53F3076981D3}">
      <dsp:nvSpPr>
        <dsp:cNvPr id="0" name=""/>
        <dsp:cNvSpPr/>
      </dsp:nvSpPr>
      <dsp:spPr>
        <a:xfrm>
          <a:off x="0" y="0"/>
          <a:ext cx="7164385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02095-B674-4B9F-85EB-BDBA8CEDEB94}">
      <dsp:nvSpPr>
        <dsp:cNvPr id="0" name=""/>
        <dsp:cNvSpPr/>
      </dsp:nvSpPr>
      <dsp:spPr>
        <a:xfrm>
          <a:off x="131091" y="69895"/>
          <a:ext cx="708696" cy="708691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8000" r="-38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C40E2-0202-4D79-8847-0C5405789002}">
      <dsp:nvSpPr>
        <dsp:cNvPr id="0" name=""/>
        <dsp:cNvSpPr/>
      </dsp:nvSpPr>
      <dsp:spPr>
        <a:xfrm>
          <a:off x="970879" y="3946"/>
          <a:ext cx="3223973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0" i="0" kern="1200" dirty="0"/>
            <a:t>Acquisition</a:t>
          </a:r>
          <a:endParaRPr lang="it-IT" sz="1900" kern="1200" dirty="0"/>
        </a:p>
      </dsp:txBody>
      <dsp:txXfrm>
        <a:off x="970879" y="3946"/>
        <a:ext cx="3223973" cy="840588"/>
      </dsp:txXfrm>
    </dsp:sp>
    <dsp:sp modelId="{32831736-E5EF-43B7-AFB7-1842341374BE}">
      <dsp:nvSpPr>
        <dsp:cNvPr id="0" name=""/>
        <dsp:cNvSpPr/>
      </dsp:nvSpPr>
      <dsp:spPr>
        <a:xfrm>
          <a:off x="4194853" y="3946"/>
          <a:ext cx="2969531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The Weart TouchDIVER G1 haptic </a:t>
          </a:r>
          <a:r>
            <a:rPr lang="it-IT" sz="1200" kern="1200" dirty="0" err="1"/>
            <a:t>glove</a:t>
          </a:r>
          <a:r>
            <a:rPr lang="it-IT" sz="1200" kern="1200" dirty="0"/>
            <a:t> </a:t>
          </a:r>
          <a:r>
            <a:rPr lang="it-IT" sz="1200" kern="1200" dirty="0" err="1"/>
            <a:t>captures</a:t>
          </a:r>
          <a:r>
            <a:rPr lang="it-IT" sz="1200" kern="1200" dirty="0"/>
            <a:t> </a:t>
          </a:r>
          <a:r>
            <a:rPr lang="it-IT" sz="1200" kern="1200" dirty="0" err="1"/>
            <a:t>sensor</a:t>
          </a:r>
          <a:r>
            <a:rPr lang="it-IT" sz="1200" kern="1200" dirty="0"/>
            <a:t> data.</a:t>
          </a:r>
        </a:p>
      </dsp:txBody>
      <dsp:txXfrm>
        <a:off x="4194853" y="3946"/>
        <a:ext cx="2969531" cy="840588"/>
      </dsp:txXfrm>
    </dsp:sp>
    <dsp:sp modelId="{34BAAD51-921F-4790-A41C-A6BAA2D0844B}">
      <dsp:nvSpPr>
        <dsp:cNvPr id="0" name=""/>
        <dsp:cNvSpPr/>
      </dsp:nvSpPr>
      <dsp:spPr>
        <a:xfrm>
          <a:off x="0" y="1054682"/>
          <a:ext cx="7164385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0A6F0E-7920-429A-8B0E-F8769C6355CF}">
      <dsp:nvSpPr>
        <dsp:cNvPr id="0" name=""/>
        <dsp:cNvSpPr/>
      </dsp:nvSpPr>
      <dsp:spPr>
        <a:xfrm>
          <a:off x="131091" y="1120630"/>
          <a:ext cx="708696" cy="708691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E8947-7336-497F-8B84-384F7F837BDD}">
      <dsp:nvSpPr>
        <dsp:cNvPr id="0" name=""/>
        <dsp:cNvSpPr/>
      </dsp:nvSpPr>
      <dsp:spPr>
        <a:xfrm>
          <a:off x="970879" y="1054682"/>
          <a:ext cx="3223973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Reconstruction</a:t>
          </a:r>
        </a:p>
      </dsp:txBody>
      <dsp:txXfrm>
        <a:off x="970879" y="1054682"/>
        <a:ext cx="3223973" cy="840588"/>
      </dsp:txXfrm>
    </dsp:sp>
    <dsp:sp modelId="{CC864E5B-C799-40AC-8AB1-3C241759644F}">
      <dsp:nvSpPr>
        <dsp:cNvPr id="0" name=""/>
        <dsp:cNvSpPr/>
      </dsp:nvSpPr>
      <dsp:spPr>
        <a:xfrm>
          <a:off x="4194853" y="1054682"/>
          <a:ext cx="2969531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The server processes the glove inputs using a neural network to reconstruct the full pose of the virtual human hand in Unity.</a:t>
          </a:r>
        </a:p>
      </dsp:txBody>
      <dsp:txXfrm>
        <a:off x="4194853" y="1054682"/>
        <a:ext cx="2969531" cy="840588"/>
      </dsp:txXfrm>
    </dsp:sp>
    <dsp:sp modelId="{C108FE40-76F9-4BF2-AB1C-FACB80F87859}">
      <dsp:nvSpPr>
        <dsp:cNvPr id="0" name=""/>
        <dsp:cNvSpPr/>
      </dsp:nvSpPr>
      <dsp:spPr>
        <a:xfrm>
          <a:off x="0" y="2105418"/>
          <a:ext cx="7164385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114B76-89C3-4FE6-B7F6-94E67914B0FA}">
      <dsp:nvSpPr>
        <dsp:cNvPr id="0" name=""/>
        <dsp:cNvSpPr/>
      </dsp:nvSpPr>
      <dsp:spPr>
        <a:xfrm>
          <a:off x="131091" y="2171366"/>
          <a:ext cx="708696" cy="708691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9F0E4-E32A-4F10-9466-E2D852D74783}">
      <dsp:nvSpPr>
        <dsp:cNvPr id="0" name=""/>
        <dsp:cNvSpPr/>
      </dsp:nvSpPr>
      <dsp:spPr>
        <a:xfrm>
          <a:off x="970879" y="2105418"/>
          <a:ext cx="3223973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Transmission</a:t>
          </a:r>
        </a:p>
      </dsp:txBody>
      <dsp:txXfrm>
        <a:off x="970879" y="2105418"/>
        <a:ext cx="3223973" cy="840588"/>
      </dsp:txXfrm>
    </dsp:sp>
    <dsp:sp modelId="{46A4770D-BB94-4EA0-B0D7-B77544DE37AD}">
      <dsp:nvSpPr>
        <dsp:cNvPr id="0" name=""/>
        <dsp:cNvSpPr/>
      </dsp:nvSpPr>
      <dsp:spPr>
        <a:xfrm>
          <a:off x="4194853" y="2105418"/>
          <a:ext cx="2969531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The reconstructed joint angles are sent to the Unity simulation in realt-time.</a:t>
          </a:r>
        </a:p>
      </dsp:txBody>
      <dsp:txXfrm>
        <a:off x="4194853" y="2105418"/>
        <a:ext cx="2969531" cy="840588"/>
      </dsp:txXfrm>
    </dsp:sp>
    <dsp:sp modelId="{C7D5F85B-5E96-40BD-96E9-EB847C699A66}">
      <dsp:nvSpPr>
        <dsp:cNvPr id="0" name=""/>
        <dsp:cNvSpPr/>
      </dsp:nvSpPr>
      <dsp:spPr>
        <a:xfrm>
          <a:off x="0" y="3156154"/>
          <a:ext cx="7164385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FDBE4-50EF-4EE3-969F-D72439DA941F}">
      <dsp:nvSpPr>
        <dsp:cNvPr id="0" name=""/>
        <dsp:cNvSpPr/>
      </dsp:nvSpPr>
      <dsp:spPr>
        <a:xfrm>
          <a:off x="131091" y="3222102"/>
          <a:ext cx="708696" cy="708691"/>
        </a:xfrm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 l="-6000" r="-6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0E409-760D-4FF5-B21B-818D7185E04F}">
      <dsp:nvSpPr>
        <dsp:cNvPr id="0" name=""/>
        <dsp:cNvSpPr/>
      </dsp:nvSpPr>
      <dsp:spPr>
        <a:xfrm>
          <a:off x="970879" y="3156154"/>
          <a:ext cx="3223973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Retargeting</a:t>
          </a:r>
        </a:p>
      </dsp:txBody>
      <dsp:txXfrm>
        <a:off x="970879" y="3156154"/>
        <a:ext cx="3223973" cy="840588"/>
      </dsp:txXfrm>
    </dsp:sp>
    <dsp:sp modelId="{D20EB7C9-F03C-45E5-95E1-14ADA12CF3BE}">
      <dsp:nvSpPr>
        <dsp:cNvPr id="0" name=""/>
        <dsp:cNvSpPr/>
      </dsp:nvSpPr>
      <dsp:spPr>
        <a:xfrm>
          <a:off x="4194853" y="3156154"/>
          <a:ext cx="2969531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Unity retargeting algorithm maps the virtual sphere deformation to the joint velocities of the target robotic hand.</a:t>
          </a:r>
          <a:endParaRPr lang="it-IT" sz="1200" kern="1200"/>
        </a:p>
      </dsp:txBody>
      <dsp:txXfrm>
        <a:off x="4194853" y="3156154"/>
        <a:ext cx="2969531" cy="840588"/>
      </dsp:txXfrm>
    </dsp:sp>
    <dsp:sp modelId="{BFB49C8E-37FB-4201-96B4-1240510281C2}">
      <dsp:nvSpPr>
        <dsp:cNvPr id="0" name=""/>
        <dsp:cNvSpPr/>
      </dsp:nvSpPr>
      <dsp:spPr>
        <a:xfrm>
          <a:off x="0" y="4206889"/>
          <a:ext cx="7164385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C29F1-0179-49C3-8340-3B12462A44D8}">
      <dsp:nvSpPr>
        <dsp:cNvPr id="0" name=""/>
        <dsp:cNvSpPr/>
      </dsp:nvSpPr>
      <dsp:spPr>
        <a:xfrm>
          <a:off x="131091" y="4272838"/>
          <a:ext cx="708696" cy="708691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 l="-9000" r="-9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4619D-0C8A-4938-96E9-49C66092A2F4}">
      <dsp:nvSpPr>
        <dsp:cNvPr id="0" name=""/>
        <dsp:cNvSpPr/>
      </dsp:nvSpPr>
      <dsp:spPr>
        <a:xfrm>
          <a:off x="970879" y="4206889"/>
          <a:ext cx="3223973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Actuation</a:t>
          </a:r>
        </a:p>
      </dsp:txBody>
      <dsp:txXfrm>
        <a:off x="970879" y="4206889"/>
        <a:ext cx="3223973" cy="840588"/>
      </dsp:txXfrm>
    </dsp:sp>
    <dsp:sp modelId="{4616B0FE-5885-40D6-9148-F2B81C310587}">
      <dsp:nvSpPr>
        <dsp:cNvPr id="0" name=""/>
        <dsp:cNvSpPr/>
      </dsp:nvSpPr>
      <dsp:spPr>
        <a:xfrm>
          <a:off x="4194853" y="4206889"/>
          <a:ext cx="2969531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The resulting joint velocities are integrated to update the visual pose of the robotic hand in the simulation.</a:t>
          </a:r>
        </a:p>
      </dsp:txBody>
      <dsp:txXfrm>
        <a:off x="4194853" y="4206889"/>
        <a:ext cx="2969531" cy="840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47D98-562B-474D-A750-5C747B5DB46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CD09B-A72D-451B-ABEC-19F66366F3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88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144EF-6AE6-0058-FEC4-E3804C76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55CF10D-24B3-96C6-9476-461A68771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D7DE37B-95A0-3FC1-69BE-0C0C1F05A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79CB28-62AF-C13D-B9E6-6B2AC160E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CD09B-A72D-451B-ABEC-19F66366F3C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3660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DF2BE-1461-4F64-988A-49D542DB81A1}" type="datetime1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08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1C255-7CF8-4D31-8F9A-80691FE7AF4A}" type="datetime1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964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1EA9-E4BA-419B-93D4-890A3CC45BBD}" type="datetime1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09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1F53-6B0D-401F-B5F9-A97EB0D1B376}" type="datetime1">
              <a:rPr lang="it-IT" smtClean="0"/>
              <a:t>28/11/2025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5974-2650-43C0-9388-26D4D09CC5E4}" type="datetime1">
              <a:rPr lang="it-IT" smtClean="0"/>
              <a:t>28/11/2025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4337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67793-E32A-43BA-86A6-FBE7E1645813}" type="datetime1">
              <a:rPr lang="it-IT" smtClean="0"/>
              <a:t>28/11/2025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231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061E-74F0-4A7C-97AE-44D804F75727}" type="datetime1">
              <a:rPr lang="it-IT" smtClean="0"/>
              <a:t>28/11/2025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it-IT"/>
              <a:t>Sapienza University of Rome – A.A. 2024-2025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692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BB90881-6B51-447C-A216-04675403CF98}" type="datetime1">
              <a:rPr lang="it-IT" smtClean="0"/>
              <a:t>28/11/2025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Sapienza University of Rome – A.A. 2024-2025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0393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374-7D64-4555-9385-49529E591DB8}" type="datetime1">
              <a:rPr lang="it-IT" smtClean="0"/>
              <a:t>28/11/2025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6389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2F495-7F8D-4120-A1E1-78AE4347CCAD}" type="datetime1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157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A7B6-13B2-45C6-8B70-D411798412DF}" type="datetime1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330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F0C3791-6A8E-4E34-8FFF-E766C9B1BDEC}" type="datetime1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it-IT"/>
              <a:t>Sapienza University of Rome – A.A. 2024-2025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F518C4C-C9F6-45AA-B3F8-5EB03E5DBACE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74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Sapienza Università di Roma - Rome Art Week">
            <a:extLst>
              <a:ext uri="{FF2B5EF4-FFF2-40B4-BE49-F238E27FC236}">
                <a16:creationId xmlns:a16="http://schemas.microsoft.com/office/drawing/2014/main" id="{1C4FBCCB-E1DD-4CF1-24F0-A653FA2A95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69" b="36214"/>
          <a:stretch>
            <a:fillRect/>
          </a:stretch>
        </p:blipFill>
        <p:spPr bwMode="auto">
          <a:xfrm>
            <a:off x="2184401" y="331667"/>
            <a:ext cx="6711144" cy="200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CB8F8CA-7226-4FCF-DA4C-10ADEF8FB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850" y="2501486"/>
            <a:ext cx="9912350" cy="1823626"/>
          </a:xfrm>
        </p:spPr>
        <p:txBody>
          <a:bodyPr>
            <a:normAutofit/>
          </a:bodyPr>
          <a:lstStyle/>
          <a:p>
            <a:pPr algn="ctr"/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Motion Retargeting for Grasping Tasks</a:t>
            </a:r>
            <a:endParaRPr lang="it-IT" sz="5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B993EBE-9C76-26FD-B193-9B6929E47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5571998"/>
            <a:ext cx="10058400" cy="460502"/>
          </a:xfrm>
        </p:spPr>
        <p:txBody>
          <a:bodyPr>
            <a:normAutofit/>
          </a:bodyPr>
          <a:lstStyle/>
          <a:p>
            <a:r>
              <a:rPr lang="en-US" sz="1800" dirty="0"/>
              <a:t>Luca Colamarino, Giuseppe D’Addario, Federico Tranzocchi, Matteo Zamponi</a:t>
            </a:r>
            <a:endParaRPr lang="it-IT" sz="18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AE4CEC6-B70F-CD9F-DA9A-A7FD126E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Sapienza University of Rome – A.A. 2024-2025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FF16D0E-3413-CA0C-402E-BEC553C1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1</a:t>
            </a:fld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3C6AB36-7F09-8142-D8BE-24C807FD3597}"/>
              </a:ext>
            </a:extLst>
          </p:cNvPr>
          <p:cNvSpPr txBox="1"/>
          <p:nvPr/>
        </p:nvSpPr>
        <p:spPr>
          <a:xfrm>
            <a:off x="0" y="435651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latin typeface="+mj-lt"/>
                <a:cs typeface="Arial" panose="020B0604020202020204" pitchFamily="34" charset="0"/>
              </a:rPr>
              <a:t>Mapping Synergies from Human to Robotic Hands</a:t>
            </a:r>
          </a:p>
        </p:txBody>
      </p:sp>
    </p:spTree>
    <p:extLst>
      <p:ext uri="{BB962C8B-B14F-4D97-AF65-F5344CB8AC3E}">
        <p14:creationId xmlns:p14="http://schemas.microsoft.com/office/powerpoint/2010/main" val="420039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27434-D560-E2CF-0B13-BEB1B676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Synergies</a:t>
            </a:r>
          </a:p>
        </p:txBody>
      </p:sp>
      <p:graphicFrame>
        <p:nvGraphicFramePr>
          <p:cNvPr id="9" name="Segnaposto contenuto 2">
            <a:extLst>
              <a:ext uri="{FF2B5EF4-FFF2-40B4-BE49-F238E27FC236}">
                <a16:creationId xmlns:a16="http://schemas.microsoft.com/office/drawing/2014/main" id="{AB499189-77A6-D392-6F74-29074953F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671429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91EE5F-D0D5-81CC-EBF9-61915CBA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03F452-DF25-2868-E64E-E53849AC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9979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9E6A7D-82A3-2E43-52A8-4FA6739A8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it-IT" b="1" dirty="0"/>
              <a:t>The </a:t>
            </a:r>
            <a:r>
              <a:rPr lang="it-IT" b="1" dirty="0" err="1"/>
              <a:t>Correspondence</a:t>
            </a:r>
            <a:r>
              <a:rPr lang="it-IT" b="1" dirty="0"/>
              <a:t> </a:t>
            </a:r>
            <a:r>
              <a:rPr lang="it-IT" b="1" dirty="0" err="1"/>
              <a:t>Problem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42E8648-9243-3FFF-4A54-9CBD42AA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Sapienza University of Rome – A.A. 2024-2025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7679A8-B7D1-B4D4-D5B4-21F0520FF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F518C4C-C9F6-45AA-B3F8-5EB03E5DBACE}" type="slidenum">
              <a:rPr lang="it-IT" smtClean="0"/>
              <a:pPr>
                <a:spcAft>
                  <a:spcPts val="600"/>
                </a:spcAft>
              </a:pPr>
              <a:t>3</a:t>
            </a:fld>
            <a:endParaRPr lang="it-IT"/>
          </a:p>
        </p:txBody>
      </p:sp>
      <p:graphicFrame>
        <p:nvGraphicFramePr>
          <p:cNvPr id="9" name="Segnaposto contenuto 2">
            <a:extLst>
              <a:ext uri="{FF2B5EF4-FFF2-40B4-BE49-F238E27FC236}">
                <a16:creationId xmlns:a16="http://schemas.microsoft.com/office/drawing/2014/main" id="{3A828121-AD52-4F67-37CE-FCE2B3A4A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551556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15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7" name="Rectangle 1066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28330B0-0488-B107-3256-EFDA50B1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it-IT" b="1"/>
              <a:t>The solution: Virtual Sphere</a:t>
            </a:r>
            <a:endParaRPr lang="it-IT"/>
          </a:p>
        </p:txBody>
      </p:sp>
      <p:pic>
        <p:nvPicPr>
          <p:cNvPr id="1028" name="Picture 4" descr="Immagine che contiene testo, schermata, disegno, design&#10;&#10;Il contenuto generato dall'IA potrebbe non essere corretto.">
            <a:extLst>
              <a:ext uri="{FF2B5EF4-FFF2-40B4-BE49-F238E27FC236}">
                <a16:creationId xmlns:a16="http://schemas.microsoft.com/office/drawing/2014/main" id="{3BAD6838-893C-903B-C028-623BFA7E4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6838" y="645106"/>
            <a:ext cx="3004334" cy="524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9" name="Straight Connector 1068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B041A5-6971-CC21-6AED-FEC6D2DDA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/>
              <a:t>Based on Gioioso et al. (2013).</a:t>
            </a:r>
          </a:p>
          <a:p>
            <a:r>
              <a:rPr lang="en-US"/>
              <a:t>Map the </a:t>
            </a:r>
            <a:r>
              <a:rPr lang="en-US" b="1"/>
              <a:t>object</a:t>
            </a:r>
            <a:r>
              <a:rPr lang="en-US"/>
              <a:t>, not the hand.</a:t>
            </a:r>
          </a:p>
          <a:p>
            <a:r>
              <a:rPr lang="en-US"/>
              <a:t>A virtual sphere fits inside the hand; as the hand moves, the sphere </a:t>
            </a:r>
            <a:r>
              <a:rPr lang="en-US" b="1"/>
              <a:t>deforms</a:t>
            </a:r>
            <a:r>
              <a:rPr lang="en-US"/>
              <a:t>.</a:t>
            </a:r>
          </a:p>
          <a:p>
            <a:r>
              <a:rPr lang="en-US"/>
              <a:t>The robot acts to match this sphere deformation.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659FDAA-F2B6-BE50-E46D-BD02511A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Sapienza University of Rome – A.A. 2024-2025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8F9C334-038B-0DBB-F5A0-9896564E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F518C4C-C9F6-45AA-B3F8-5EB03E5DBACE}" type="slidenum">
              <a:rPr lang="it-IT"/>
              <a:pPr>
                <a:spcAft>
                  <a:spcPts val="600"/>
                </a:spcAft>
              </a:pPr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875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9ED09-DF48-E601-3D06-3E81ED892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9" name="Rectangle 1065">
            <a:extLst>
              <a:ext uri="{FF2B5EF4-FFF2-40B4-BE49-F238E27FC236}">
                <a16:creationId xmlns:a16="http://schemas.microsoft.com/office/drawing/2014/main" id="{6DF0E016-7AAA-4021-8283-4541B060B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7CC6E5-7B08-CE8D-CC29-9D9D9B62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8989" y="634946"/>
            <a:ext cx="3040752" cy="5055904"/>
          </a:xfrm>
        </p:spPr>
        <p:txBody>
          <a:bodyPr anchor="ctr">
            <a:normAutofit/>
          </a:bodyPr>
          <a:lstStyle/>
          <a:p>
            <a:r>
              <a:rPr lang="it-IT" b="1" dirty="0"/>
              <a:t>System Pipeline</a:t>
            </a:r>
            <a:endParaRPr lang="it-IT" dirty="0"/>
          </a:p>
        </p:txBody>
      </p: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1ED7C93A-082F-4C56-B282-DBEA4A16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C1548FC5-3294-4768-A652-ADA82AE22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3D3A9120-D290-43FB-863E-28A45D2D3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74A7444-4C5B-F9DC-66C0-B033A89F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Sapienza University of Rome – A.A. 2024-2025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2CBC15E-4BFD-A99F-5E21-B29EACB4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F518C4C-C9F6-45AA-B3F8-5EB03E5DBACE}" type="slidenum">
              <a:rPr lang="it-IT" smtClean="0"/>
              <a:pPr>
                <a:spcAft>
                  <a:spcPts val="600"/>
                </a:spcAft>
              </a:pPr>
              <a:t>5</a:t>
            </a:fld>
            <a:endParaRPr lang="it-IT"/>
          </a:p>
        </p:txBody>
      </p:sp>
      <p:sp>
        <p:nvSpPr>
          <p:cNvPr id="15" name="AutoShape 10" descr="Generazione immagine completata">
            <a:extLst>
              <a:ext uri="{FF2B5EF4-FFF2-40B4-BE49-F238E27FC236}">
                <a16:creationId xmlns:a16="http://schemas.microsoft.com/office/drawing/2014/main" id="{34770B9B-3085-9B48-8241-825D84E726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07950"/>
            <a:ext cx="3689350" cy="368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graphicFrame>
        <p:nvGraphicFramePr>
          <p:cNvPr id="11" name="Diagramma 10">
            <a:extLst>
              <a:ext uri="{FF2B5EF4-FFF2-40B4-BE49-F238E27FC236}">
                <a16:creationId xmlns:a16="http://schemas.microsoft.com/office/drawing/2014/main" id="{A0BBC1E4-755A-2949-E587-93909DACA1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3207926"/>
              </p:ext>
            </p:extLst>
          </p:nvPr>
        </p:nvGraphicFramePr>
        <p:xfrm>
          <a:off x="633413" y="639763"/>
          <a:ext cx="7164385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930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B8CC19-DA49-F049-D8EF-68323729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 Mathematical Framework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170A7AA-6B3B-7A20-7FCC-81E477CC0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b="1" dirty="0"/>
                  <a:t>Interaction Matrix (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it-IT" b="1" dirty="0"/>
                  <a:t>):</a:t>
                </a:r>
                <a:r>
                  <a:rPr lang="it-IT" dirty="0"/>
                  <a:t> </a:t>
                </a:r>
                <a:r>
                  <a:rPr lang="it-IT" dirty="0" err="1"/>
                  <a:t>Relates</a:t>
                </a:r>
                <a:r>
                  <a:rPr lang="it-IT" dirty="0"/>
                  <a:t> </a:t>
                </a:r>
                <a:r>
                  <a:rPr lang="it-IT" dirty="0" err="1"/>
                  <a:t>fingertip</a:t>
                </a:r>
                <a:r>
                  <a:rPr lang="it-IT" dirty="0"/>
                  <a:t> </a:t>
                </a:r>
                <a:r>
                  <a:rPr lang="it-IT" dirty="0" err="1"/>
                  <a:t>velocity</a:t>
                </a:r>
                <a:r>
                  <a:rPr lang="it-IT" dirty="0"/>
                  <a:t> to </a:t>
                </a:r>
                <a:r>
                  <a:rPr lang="it-IT" dirty="0" err="1"/>
                  <a:t>sphere</a:t>
                </a:r>
                <a:r>
                  <a:rPr lang="it-IT" dirty="0"/>
                  <a:t> </a:t>
                </a:r>
                <a:r>
                  <a:rPr lang="it-IT" dirty="0" err="1"/>
                  <a:t>velocity</a:t>
                </a:r>
                <a:r>
                  <a:rPr lang="it-IT" dirty="0"/>
                  <a:t>.</a:t>
                </a:r>
              </a:p>
              <a:p>
                <a:r>
                  <a:rPr lang="it-IT" b="1" dirty="0"/>
                  <a:t>Scaling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</m:oMath>
                </a14:m>
                <a:r>
                  <a:rPr lang="it-IT" b="1" dirty="0"/>
                  <a:t>):</a:t>
                </a:r>
                <a:r>
                  <a:rPr lang="ar-AE" dirty="0"/>
                  <a:t> </a:t>
                </a:r>
                <a:r>
                  <a:rPr lang="it-IT" dirty="0"/>
                  <a:t>Matches human hand size to robot hand size.</a:t>
                </a:r>
              </a:p>
              <a:p>
                <a:r>
                  <a:rPr lang="it-IT" b="1" dirty="0"/>
                  <a:t>Solver:</a:t>
                </a:r>
                <a:r>
                  <a:rPr lang="it-IT" dirty="0"/>
                  <a:t> </a:t>
                </a:r>
                <a:r>
                  <a:rPr lang="it-IT" dirty="0" err="1"/>
                  <a:t>Damped</a:t>
                </a:r>
                <a:r>
                  <a:rPr lang="it-IT" dirty="0"/>
                  <a:t> </a:t>
                </a:r>
                <a:r>
                  <a:rPr lang="it-IT" dirty="0" err="1"/>
                  <a:t>Least</a:t>
                </a:r>
                <a:r>
                  <a:rPr lang="it-IT" dirty="0"/>
                  <a:t> </a:t>
                </a:r>
                <a:r>
                  <a:rPr lang="it-IT" dirty="0" err="1"/>
                  <a:t>Squares</a:t>
                </a:r>
                <a:r>
                  <a:rPr lang="it-IT" dirty="0"/>
                  <a:t> (DLS) for </a:t>
                </a:r>
                <a:r>
                  <a:rPr lang="it-IT" dirty="0" err="1"/>
                  <a:t>stability</a:t>
                </a:r>
                <a:r>
                  <a:rPr lang="it-IT" dirty="0"/>
                  <a:t>.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170A7AA-6B3B-7A20-7FCC-81E477CC0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614EB1-C52E-583B-8DD2-D5251807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52C63BB-6DDC-F276-3DDB-24DC4426E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6</a:t>
            </a:fld>
            <a:endParaRPr lang="it-IT"/>
          </a:p>
        </p:txBody>
      </p:sp>
      <p:sp>
        <p:nvSpPr>
          <p:cNvPr id="6" name="AutoShape 2" descr="Generazione immagine completata">
            <a:extLst>
              <a:ext uri="{FF2B5EF4-FFF2-40B4-BE49-F238E27FC236}">
                <a16:creationId xmlns:a16="http://schemas.microsoft.com/office/drawing/2014/main" id="{98DF1F17-B124-1076-57C8-D8E4181CAD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168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5D786-9EB3-CE30-3B4D-00E37B18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Redundancy</a:t>
            </a:r>
            <a:r>
              <a:rPr lang="it-IT" b="1" dirty="0"/>
              <a:t> </a:t>
            </a:r>
            <a:r>
              <a:rPr lang="it-IT" b="1" dirty="0" err="1"/>
              <a:t>Resolution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E9EA4A-891C-21D7-C51E-0F107C651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the </a:t>
            </a:r>
            <a:r>
              <a:rPr lang="en-US" b="1" dirty="0"/>
              <a:t>Mia Hand</a:t>
            </a:r>
            <a:r>
              <a:rPr lang="en-US" dirty="0"/>
              <a:t> (High </a:t>
            </a:r>
            <a:r>
              <a:rPr lang="en-US" dirty="0" err="1"/>
              <a:t>DoF</a:t>
            </a:r>
            <a:r>
              <a:rPr lang="en-US" dirty="0"/>
              <a:t>).</a:t>
            </a:r>
          </a:p>
          <a:p>
            <a:r>
              <a:rPr lang="en-US" b="1" dirty="0"/>
              <a:t>Null-Space Projection:</a:t>
            </a:r>
            <a:r>
              <a:rPr lang="en-US" dirty="0"/>
              <a:t> Optimizes internal joints without affecting the grasp.</a:t>
            </a:r>
          </a:p>
          <a:p>
            <a:r>
              <a:rPr lang="en-US" b="1" dirty="0"/>
              <a:t>Goal:</a:t>
            </a:r>
            <a:r>
              <a:rPr lang="en-US" dirty="0"/>
              <a:t> Keep joints centered (away from physical limits).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FCACDD3-E5CE-916E-045A-9E441983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56A16F9-DE42-DB05-D48D-36C7DD27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90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4C797B-AEDB-BE1F-5648-52ED45FE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 Robot Models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3E55BC-B35A-988A-2564-94087ED5D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Barrett Hand:</a:t>
            </a:r>
            <a:r>
              <a:rPr lang="it-IT" dirty="0"/>
              <a:t> 3 Fingers, Non-</a:t>
            </a:r>
            <a:r>
              <a:rPr lang="it-IT" dirty="0" err="1"/>
              <a:t>anthropomorphic</a:t>
            </a:r>
            <a:r>
              <a:rPr lang="it-IT" dirty="0"/>
              <a:t>. </a:t>
            </a:r>
            <a:r>
              <a:rPr lang="it-IT" dirty="0" err="1"/>
              <a:t>Tests</a:t>
            </a:r>
            <a:r>
              <a:rPr lang="it-IT" dirty="0"/>
              <a:t> </a:t>
            </a:r>
            <a:r>
              <a:rPr lang="it-IT" dirty="0" err="1"/>
              <a:t>adaptability</a:t>
            </a:r>
            <a:r>
              <a:rPr lang="it-IT" dirty="0"/>
              <a:t>.</a:t>
            </a:r>
          </a:p>
          <a:p>
            <a:r>
              <a:rPr lang="it-IT" b="1" dirty="0"/>
              <a:t>Mia Hand:</a:t>
            </a:r>
            <a:r>
              <a:rPr lang="it-IT" dirty="0"/>
              <a:t> 5 Fingers, </a:t>
            </a:r>
            <a:r>
              <a:rPr lang="it-IT" dirty="0" err="1"/>
              <a:t>Anthropomorphic</a:t>
            </a:r>
            <a:r>
              <a:rPr lang="it-IT" dirty="0"/>
              <a:t>. </a:t>
            </a:r>
            <a:r>
              <a:rPr lang="it-IT" dirty="0" err="1"/>
              <a:t>Tests</a:t>
            </a:r>
            <a:r>
              <a:rPr lang="it-IT" dirty="0"/>
              <a:t> </a:t>
            </a:r>
            <a:r>
              <a:rPr lang="it-IT" dirty="0" err="1"/>
              <a:t>redundancy</a:t>
            </a:r>
            <a:r>
              <a:rPr lang="it-IT" dirty="0"/>
              <a:t> </a:t>
            </a:r>
            <a:r>
              <a:rPr lang="it-IT" dirty="0" err="1"/>
              <a:t>handling</a:t>
            </a:r>
            <a:r>
              <a:rPr lang="it-IT" dirty="0"/>
              <a:t>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4A81390-4736-0809-A62E-3661071B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3DFEC7-237E-4D12-695C-5CC59314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645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8D2C27-0437-2C75-26A9-81CF8851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0C6EC6-D97D-2663-FA83-4E5231C89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C3990C2-4CE2-9BC4-FC57-C75E3F07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2F46CF9-D652-5510-B3E8-572C7AFA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7717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05186-CBAD-65E9-7569-69346D0A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Conclusion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C2E08E-688E-1220-5F06-EDE9F54A8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76BFC0-249F-601D-DE3B-30E08785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Sapienza University of Rome – A.A. 2024-2025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1427045-E889-F523-611D-5C20B5D1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18C4C-C9F6-45AA-B3F8-5EB03E5DBACE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80209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</Template>
  <TotalTime>58</TotalTime>
  <Words>438</Words>
  <Application>Microsoft Office PowerPoint</Application>
  <PresentationFormat>Widescreen</PresentationFormat>
  <Paragraphs>61</Paragraphs>
  <Slides>10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Cambria Math</vt:lpstr>
      <vt:lpstr>Retrospettivo</vt:lpstr>
      <vt:lpstr>Motion Retargeting for Grasping Tasks</vt:lpstr>
      <vt:lpstr>Synergies</vt:lpstr>
      <vt:lpstr>The Correspondence Problem</vt:lpstr>
      <vt:lpstr>The solution: Virtual Sphere</vt:lpstr>
      <vt:lpstr>System Pipeline</vt:lpstr>
      <vt:lpstr> Mathematical Framework</vt:lpstr>
      <vt:lpstr>Redundancy Resolution</vt:lpstr>
      <vt:lpstr> Robot Models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Zamponi</dc:creator>
  <cp:lastModifiedBy>Luca Colamarino</cp:lastModifiedBy>
  <cp:revision>4</cp:revision>
  <dcterms:created xsi:type="dcterms:W3CDTF">2025-11-28T10:52:39Z</dcterms:created>
  <dcterms:modified xsi:type="dcterms:W3CDTF">2025-11-28T12:00:07Z</dcterms:modified>
</cp:coreProperties>
</file>